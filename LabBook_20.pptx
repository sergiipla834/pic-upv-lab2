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4"/>
  </p:notesMasterIdLst>
  <p:handoutMasterIdLst>
    <p:handoutMasterId r:id="rId25"/>
  </p:handoutMasterIdLst>
  <p:sldIdLst>
    <p:sldId id="256" r:id="rId2"/>
    <p:sldId id="289" r:id="rId3"/>
    <p:sldId id="295" r:id="rId4"/>
    <p:sldId id="302" r:id="rId5"/>
    <p:sldId id="303" r:id="rId6"/>
    <p:sldId id="306" r:id="rId7"/>
    <p:sldId id="307" r:id="rId8"/>
    <p:sldId id="308" r:id="rId9"/>
    <p:sldId id="309" r:id="rId10"/>
    <p:sldId id="310" r:id="rId11"/>
    <p:sldId id="311" r:id="rId12"/>
    <p:sldId id="291" r:id="rId13"/>
    <p:sldId id="296" r:id="rId14"/>
    <p:sldId id="294" r:id="rId15"/>
    <p:sldId id="299" r:id="rId16"/>
    <p:sldId id="300" r:id="rId17"/>
    <p:sldId id="301" r:id="rId18"/>
    <p:sldId id="297" r:id="rId19"/>
    <p:sldId id="290" r:id="rId20"/>
    <p:sldId id="292" r:id="rId21"/>
    <p:sldId id="298" r:id="rId22"/>
    <p:sldId id="288" r:id="rId23"/>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A706B2-AA95-4CDC-834C-F4D908C80230}" v="95" dt="2025-02-09T23:48:29.26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Estilo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864" autoAdjust="0"/>
    <p:restoredTop sz="95033" autoAdjust="0"/>
  </p:normalViewPr>
  <p:slideViewPr>
    <p:cSldViewPr>
      <p:cViewPr varScale="1">
        <p:scale>
          <a:sx n="127" d="100"/>
          <a:sy n="127" d="100"/>
        </p:scale>
        <p:origin x="496" y="184"/>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ian Camilo Cano Vasquez" userId="8c73a2a4-758b-4e34-81ed-39462e48bd92" providerId="ADAL" clId="{83A706B2-AA95-4CDC-834C-F4D908C80230}"/>
    <pc:docChg chg="undo redo custSel addSld delSld modSld">
      <pc:chgData name="Christian Camilo Cano Vasquez" userId="8c73a2a4-758b-4e34-81ed-39462e48bd92" providerId="ADAL" clId="{83A706B2-AA95-4CDC-834C-F4D908C80230}" dt="2025-02-10T11:46:25.185" v="655" actId="20577"/>
      <pc:docMkLst>
        <pc:docMk/>
      </pc:docMkLst>
      <pc:sldChg chg="modSp mod">
        <pc:chgData name="Christian Camilo Cano Vasquez" userId="8c73a2a4-758b-4e34-81ed-39462e48bd92" providerId="ADAL" clId="{83A706B2-AA95-4CDC-834C-F4D908C80230}" dt="2025-02-09T23:21:47.550" v="170" actId="20577"/>
        <pc:sldMkLst>
          <pc:docMk/>
          <pc:sldMk cId="0" sldId="256"/>
        </pc:sldMkLst>
        <pc:spChg chg="mod">
          <ac:chgData name="Christian Camilo Cano Vasquez" userId="8c73a2a4-758b-4e34-81ed-39462e48bd92" providerId="ADAL" clId="{83A706B2-AA95-4CDC-834C-F4D908C80230}" dt="2025-02-09T23:21:47.550" v="170" actId="20577"/>
          <ac:spMkLst>
            <pc:docMk/>
            <pc:sldMk cId="0" sldId="256"/>
            <ac:spMk id="3" creationId="{00000000-0000-0000-0000-000000000000}"/>
          </ac:spMkLst>
        </pc:spChg>
      </pc:sldChg>
      <pc:sldChg chg="modSp mod">
        <pc:chgData name="Christian Camilo Cano Vasquez" userId="8c73a2a4-758b-4e34-81ed-39462e48bd92" providerId="ADAL" clId="{83A706B2-AA95-4CDC-834C-F4D908C80230}" dt="2025-02-09T22:54:55.862" v="0" actId="20577"/>
        <pc:sldMkLst>
          <pc:docMk/>
          <pc:sldMk cId="560234623" sldId="289"/>
        </pc:sldMkLst>
        <pc:spChg chg="mod">
          <ac:chgData name="Christian Camilo Cano Vasquez" userId="8c73a2a4-758b-4e34-81ed-39462e48bd92" providerId="ADAL" clId="{83A706B2-AA95-4CDC-834C-F4D908C80230}" dt="2025-02-09T22:54:55.862" v="0" actId="20577"/>
          <ac:spMkLst>
            <pc:docMk/>
            <pc:sldMk cId="560234623" sldId="289"/>
            <ac:spMk id="4" creationId="{9F7BC140-B3D8-C3CB-55AD-9064C7CDE9CA}"/>
          </ac:spMkLst>
        </pc:spChg>
      </pc:sldChg>
      <pc:sldChg chg="addSp delSp modSp mod">
        <pc:chgData name="Christian Camilo Cano Vasquez" userId="8c73a2a4-758b-4e34-81ed-39462e48bd92" providerId="ADAL" clId="{83A706B2-AA95-4CDC-834C-F4D908C80230}" dt="2025-02-09T23:24:42.493" v="173" actId="20577"/>
        <pc:sldMkLst>
          <pc:docMk/>
          <pc:sldMk cId="730501311" sldId="290"/>
        </pc:sldMkLst>
        <pc:spChg chg="mod">
          <ac:chgData name="Christian Camilo Cano Vasquez" userId="8c73a2a4-758b-4e34-81ed-39462e48bd92" providerId="ADAL" clId="{83A706B2-AA95-4CDC-834C-F4D908C80230}" dt="2025-02-09T23:04:13.626" v="39" actId="20577"/>
          <ac:spMkLst>
            <pc:docMk/>
            <pc:sldMk cId="730501311" sldId="290"/>
            <ac:spMk id="2" creationId="{D0F8CF3B-B920-DBFC-F825-0C87B51EADA7}"/>
          </ac:spMkLst>
        </pc:spChg>
        <pc:spChg chg="del">
          <ac:chgData name="Christian Camilo Cano Vasquez" userId="8c73a2a4-758b-4e34-81ed-39462e48bd92" providerId="ADAL" clId="{83A706B2-AA95-4CDC-834C-F4D908C80230}" dt="2025-02-09T22:59:02.631" v="2" actId="478"/>
          <ac:spMkLst>
            <pc:docMk/>
            <pc:sldMk cId="730501311" sldId="290"/>
            <ac:spMk id="4" creationId="{AA9E72FF-B948-6B7A-8909-97C6BE95D6FB}"/>
          </ac:spMkLst>
        </pc:spChg>
        <pc:spChg chg="add mod">
          <ac:chgData name="Christian Camilo Cano Vasquez" userId="8c73a2a4-758b-4e34-81ed-39462e48bd92" providerId="ADAL" clId="{83A706B2-AA95-4CDC-834C-F4D908C80230}" dt="2025-02-09T23:00:11.400" v="3"/>
          <ac:spMkLst>
            <pc:docMk/>
            <pc:sldMk cId="730501311" sldId="290"/>
            <ac:spMk id="5" creationId="{E7488849-10A1-FB48-F511-E57B062CD7E2}"/>
          </ac:spMkLst>
        </pc:spChg>
        <pc:spChg chg="add mod">
          <ac:chgData name="Christian Camilo Cano Vasquez" userId="8c73a2a4-758b-4e34-81ed-39462e48bd92" providerId="ADAL" clId="{83A706B2-AA95-4CDC-834C-F4D908C80230}" dt="2025-02-09T23:00:11.400" v="3"/>
          <ac:spMkLst>
            <pc:docMk/>
            <pc:sldMk cId="730501311" sldId="290"/>
            <ac:spMk id="6" creationId="{68726DAB-1B5F-39D1-63A0-BB708EA6E17F}"/>
          </ac:spMkLst>
        </pc:spChg>
        <pc:spChg chg="add mod">
          <ac:chgData name="Christian Camilo Cano Vasquez" userId="8c73a2a4-758b-4e34-81ed-39462e48bd92" providerId="ADAL" clId="{83A706B2-AA95-4CDC-834C-F4D908C80230}" dt="2025-02-09T23:00:11.400" v="3"/>
          <ac:spMkLst>
            <pc:docMk/>
            <pc:sldMk cId="730501311" sldId="290"/>
            <ac:spMk id="7" creationId="{6D309BFB-98FD-0CBA-3C6A-346D8859893B}"/>
          </ac:spMkLst>
        </pc:spChg>
        <pc:spChg chg="add mod">
          <ac:chgData name="Christian Camilo Cano Vasquez" userId="8c73a2a4-758b-4e34-81ed-39462e48bd92" providerId="ADAL" clId="{83A706B2-AA95-4CDC-834C-F4D908C80230}" dt="2025-02-09T23:02:26.970" v="32" actId="20577"/>
          <ac:spMkLst>
            <pc:docMk/>
            <pc:sldMk cId="730501311" sldId="290"/>
            <ac:spMk id="8" creationId="{E9BD6C85-02F1-7B54-41E3-E3D9883786D8}"/>
          </ac:spMkLst>
        </pc:spChg>
        <pc:spChg chg="add mod">
          <ac:chgData name="Christian Camilo Cano Vasquez" userId="8c73a2a4-758b-4e34-81ed-39462e48bd92" providerId="ADAL" clId="{83A706B2-AA95-4CDC-834C-F4D908C80230}" dt="2025-02-09T23:02:32.780" v="33"/>
          <ac:spMkLst>
            <pc:docMk/>
            <pc:sldMk cId="730501311" sldId="290"/>
            <ac:spMk id="9" creationId="{7431A41C-EEB3-44D0-4622-A915E258C8F0}"/>
          </ac:spMkLst>
        </pc:spChg>
        <pc:spChg chg="mod">
          <ac:chgData name="Christian Camilo Cano Vasquez" userId="8c73a2a4-758b-4e34-81ed-39462e48bd92" providerId="ADAL" clId="{83A706B2-AA95-4CDC-834C-F4D908C80230}" dt="2025-02-09T23:24:42.493" v="173" actId="20577"/>
          <ac:spMkLst>
            <pc:docMk/>
            <pc:sldMk cId="730501311" sldId="290"/>
            <ac:spMk id="16" creationId="{471E1424-6C4B-2D9A-1352-30AFB987AD41}"/>
          </ac:spMkLst>
        </pc:spChg>
      </pc:sldChg>
      <pc:sldChg chg="addSp delSp modSp mod">
        <pc:chgData name="Christian Camilo Cano Vasquez" userId="8c73a2a4-758b-4e34-81ed-39462e48bd92" providerId="ADAL" clId="{83A706B2-AA95-4CDC-834C-F4D908C80230}" dt="2025-02-09T23:24:47.352" v="175" actId="20577"/>
        <pc:sldMkLst>
          <pc:docMk/>
          <pc:sldMk cId="3712356003" sldId="291"/>
        </pc:sldMkLst>
        <pc:spChg chg="mod">
          <ac:chgData name="Christian Camilo Cano Vasquez" userId="8c73a2a4-758b-4e34-81ed-39462e48bd92" providerId="ADAL" clId="{83A706B2-AA95-4CDC-834C-F4D908C80230}" dt="2025-02-09T23:15:16.003" v="106" actId="20577"/>
          <ac:spMkLst>
            <pc:docMk/>
            <pc:sldMk cId="3712356003" sldId="291"/>
            <ac:spMk id="2" creationId="{CA5F0FDF-2A95-453B-4ECA-AEB637FF2694}"/>
          </ac:spMkLst>
        </pc:spChg>
        <pc:spChg chg="add mod">
          <ac:chgData name="Christian Camilo Cano Vasquez" userId="8c73a2a4-758b-4e34-81ed-39462e48bd92" providerId="ADAL" clId="{83A706B2-AA95-4CDC-834C-F4D908C80230}" dt="2025-02-09T23:14:26.914" v="81" actId="1035"/>
          <ac:spMkLst>
            <pc:docMk/>
            <pc:sldMk cId="3712356003" sldId="291"/>
            <ac:spMk id="4" creationId="{FB4B77A0-B37C-3130-FB52-4E560C66946F}"/>
          </ac:spMkLst>
        </pc:spChg>
        <pc:spChg chg="add mod">
          <ac:chgData name="Christian Camilo Cano Vasquez" userId="8c73a2a4-758b-4e34-81ed-39462e48bd92" providerId="ADAL" clId="{83A706B2-AA95-4CDC-834C-F4D908C80230}" dt="2025-02-09T23:14:26.914" v="81" actId="1035"/>
          <ac:spMkLst>
            <pc:docMk/>
            <pc:sldMk cId="3712356003" sldId="291"/>
            <ac:spMk id="5" creationId="{DA7ECAA3-0876-C0FB-D7E5-448FCC5ED226}"/>
          </ac:spMkLst>
        </pc:spChg>
        <pc:spChg chg="del">
          <ac:chgData name="Christian Camilo Cano Vasquez" userId="8c73a2a4-758b-4e34-81ed-39462e48bd92" providerId="ADAL" clId="{83A706B2-AA95-4CDC-834C-F4D908C80230}" dt="2025-02-09T23:09:07.294" v="48" actId="478"/>
          <ac:spMkLst>
            <pc:docMk/>
            <pc:sldMk cId="3712356003" sldId="291"/>
            <ac:spMk id="7" creationId="{21F754A5-65BC-14A3-5F55-75716FFA9027}"/>
          </ac:spMkLst>
        </pc:spChg>
        <pc:spChg chg="del">
          <ac:chgData name="Christian Camilo Cano Vasquez" userId="8c73a2a4-758b-4e34-81ed-39462e48bd92" providerId="ADAL" clId="{83A706B2-AA95-4CDC-834C-F4D908C80230}" dt="2025-02-09T23:09:11.050" v="49" actId="478"/>
          <ac:spMkLst>
            <pc:docMk/>
            <pc:sldMk cId="3712356003" sldId="291"/>
            <ac:spMk id="8" creationId="{CD9C65D4-5494-F5CE-1094-CB0A32C33876}"/>
          </ac:spMkLst>
        </pc:spChg>
        <pc:spChg chg="add mod">
          <ac:chgData name="Christian Camilo Cano Vasquez" userId="8c73a2a4-758b-4e34-81ed-39462e48bd92" providerId="ADAL" clId="{83A706B2-AA95-4CDC-834C-F4D908C80230}" dt="2025-02-09T23:14:26.914" v="81" actId="1035"/>
          <ac:spMkLst>
            <pc:docMk/>
            <pc:sldMk cId="3712356003" sldId="291"/>
            <ac:spMk id="9" creationId="{C1467207-8D05-D4C6-EBD2-209F796AE977}"/>
          </ac:spMkLst>
        </pc:spChg>
        <pc:spChg chg="add mod">
          <ac:chgData name="Christian Camilo Cano Vasquez" userId="8c73a2a4-758b-4e34-81ed-39462e48bd92" providerId="ADAL" clId="{83A706B2-AA95-4CDC-834C-F4D908C80230}" dt="2025-02-09T23:14:26.914" v="81" actId="1035"/>
          <ac:spMkLst>
            <pc:docMk/>
            <pc:sldMk cId="3712356003" sldId="291"/>
            <ac:spMk id="10" creationId="{32E39C0C-95E1-ED90-891A-5D634D9DB76B}"/>
          </ac:spMkLst>
        </pc:spChg>
        <pc:spChg chg="mod">
          <ac:chgData name="Christian Camilo Cano Vasquez" userId="8c73a2a4-758b-4e34-81ed-39462e48bd92" providerId="ADAL" clId="{83A706B2-AA95-4CDC-834C-F4D908C80230}" dt="2025-02-09T23:24:47.352" v="175" actId="20577"/>
          <ac:spMkLst>
            <pc:docMk/>
            <pc:sldMk cId="3712356003" sldId="291"/>
            <ac:spMk id="16" creationId="{5431EA70-9578-8BF1-5A05-77CDC26788B4}"/>
          </ac:spMkLst>
        </pc:spChg>
        <pc:picChg chg="del">
          <ac:chgData name="Christian Camilo Cano Vasquez" userId="8c73a2a4-758b-4e34-81ed-39462e48bd92" providerId="ADAL" clId="{83A706B2-AA95-4CDC-834C-F4D908C80230}" dt="2025-02-09T23:08:10.270" v="47" actId="478"/>
          <ac:picMkLst>
            <pc:docMk/>
            <pc:sldMk cId="3712356003" sldId="291"/>
            <ac:picMk id="6" creationId="{380A8455-6386-C7D5-7BB6-B79D8D91F0EF}"/>
          </ac:picMkLst>
        </pc:picChg>
      </pc:sldChg>
      <pc:sldChg chg="addSp delSp modSp mod">
        <pc:chgData name="Christian Camilo Cano Vasquez" userId="8c73a2a4-758b-4e34-81ed-39462e48bd92" providerId="ADAL" clId="{83A706B2-AA95-4CDC-834C-F4D908C80230}" dt="2025-02-09T23:31:23.910" v="296" actId="20577"/>
        <pc:sldMkLst>
          <pc:docMk/>
          <pc:sldMk cId="2900117438" sldId="292"/>
        </pc:sldMkLst>
        <pc:spChg chg="mod">
          <ac:chgData name="Christian Camilo Cano Vasquez" userId="8c73a2a4-758b-4e34-81ed-39462e48bd92" providerId="ADAL" clId="{83A706B2-AA95-4CDC-834C-F4D908C80230}" dt="2025-02-09T23:31:23.910" v="296" actId="20577"/>
          <ac:spMkLst>
            <pc:docMk/>
            <pc:sldMk cId="2900117438" sldId="292"/>
            <ac:spMk id="2" creationId="{82A62DD6-5488-72A1-9926-0CAEE59089A9}"/>
          </ac:spMkLst>
        </pc:spChg>
        <pc:spChg chg="add mod">
          <ac:chgData name="Christian Camilo Cano Vasquez" userId="8c73a2a4-758b-4e34-81ed-39462e48bd92" providerId="ADAL" clId="{83A706B2-AA95-4CDC-834C-F4D908C80230}" dt="2025-02-09T23:30:25.991" v="253"/>
          <ac:spMkLst>
            <pc:docMk/>
            <pc:sldMk cId="2900117438" sldId="292"/>
            <ac:spMk id="4" creationId="{796EDE51-D41E-C23B-F402-2F7357DE8714}"/>
          </ac:spMkLst>
        </pc:spChg>
        <pc:spChg chg="add mod">
          <ac:chgData name="Christian Camilo Cano Vasquez" userId="8c73a2a4-758b-4e34-81ed-39462e48bd92" providerId="ADAL" clId="{83A706B2-AA95-4CDC-834C-F4D908C80230}" dt="2025-02-09T23:30:25.991" v="253"/>
          <ac:spMkLst>
            <pc:docMk/>
            <pc:sldMk cId="2900117438" sldId="292"/>
            <ac:spMk id="5" creationId="{5A3233C9-FE6F-52D8-4D87-224222BDA8E1}"/>
          </ac:spMkLst>
        </pc:spChg>
        <pc:spChg chg="add mod">
          <ac:chgData name="Christian Camilo Cano Vasquez" userId="8c73a2a4-758b-4e34-81ed-39462e48bd92" providerId="ADAL" clId="{83A706B2-AA95-4CDC-834C-F4D908C80230}" dt="2025-02-09T23:30:25.991" v="253"/>
          <ac:spMkLst>
            <pc:docMk/>
            <pc:sldMk cId="2900117438" sldId="292"/>
            <ac:spMk id="6" creationId="{0C016548-01A2-6E58-B80D-148384B98EB3}"/>
          </ac:spMkLst>
        </pc:spChg>
        <pc:spChg chg="del">
          <ac:chgData name="Christian Camilo Cano Vasquez" userId="8c73a2a4-758b-4e34-81ed-39462e48bd92" providerId="ADAL" clId="{83A706B2-AA95-4CDC-834C-F4D908C80230}" dt="2025-02-09T23:30:21.832" v="251" actId="478"/>
          <ac:spMkLst>
            <pc:docMk/>
            <pc:sldMk cId="2900117438" sldId="292"/>
            <ac:spMk id="7" creationId="{FBC7D187-267A-ADD4-764C-D3820B8ED302}"/>
          </ac:spMkLst>
        </pc:spChg>
        <pc:spChg chg="del">
          <ac:chgData name="Christian Camilo Cano Vasquez" userId="8c73a2a4-758b-4e34-81ed-39462e48bd92" providerId="ADAL" clId="{83A706B2-AA95-4CDC-834C-F4D908C80230}" dt="2025-02-09T23:30:25.360" v="252" actId="478"/>
          <ac:spMkLst>
            <pc:docMk/>
            <pc:sldMk cId="2900117438" sldId="292"/>
            <ac:spMk id="8" creationId="{1EF5BFDA-8EC1-8C73-A932-F36C4DB93C73}"/>
          </ac:spMkLst>
        </pc:spChg>
        <pc:spChg chg="add mod">
          <ac:chgData name="Christian Camilo Cano Vasquez" userId="8c73a2a4-758b-4e34-81ed-39462e48bd92" providerId="ADAL" clId="{83A706B2-AA95-4CDC-834C-F4D908C80230}" dt="2025-02-09T23:30:25.991" v="253"/>
          <ac:spMkLst>
            <pc:docMk/>
            <pc:sldMk cId="2900117438" sldId="292"/>
            <ac:spMk id="9" creationId="{075D03BE-0D6A-89E5-3C68-D7BD97B4676E}"/>
          </ac:spMkLst>
        </pc:spChg>
        <pc:spChg chg="add mod">
          <ac:chgData name="Christian Camilo Cano Vasquez" userId="8c73a2a4-758b-4e34-81ed-39462e48bd92" providerId="ADAL" clId="{83A706B2-AA95-4CDC-834C-F4D908C80230}" dt="2025-02-09T23:30:25.991" v="253"/>
          <ac:spMkLst>
            <pc:docMk/>
            <pc:sldMk cId="2900117438" sldId="292"/>
            <ac:spMk id="10" creationId="{AC01EDEE-71CC-C570-700B-076F03FCF7E1}"/>
          </ac:spMkLst>
        </pc:spChg>
        <pc:spChg chg="mod">
          <ac:chgData name="Christian Camilo Cano Vasquez" userId="8c73a2a4-758b-4e34-81ed-39462e48bd92" providerId="ADAL" clId="{83A706B2-AA95-4CDC-834C-F4D908C80230}" dt="2025-02-09T23:29:51.940" v="250" actId="20577"/>
          <ac:spMkLst>
            <pc:docMk/>
            <pc:sldMk cId="2900117438" sldId="292"/>
            <ac:spMk id="16" creationId="{6AA2E789-F7AE-F068-274C-E0F13A22DBCA}"/>
          </ac:spMkLst>
        </pc:spChg>
      </pc:sldChg>
      <pc:sldChg chg="del">
        <pc:chgData name="Christian Camilo Cano Vasquez" userId="8c73a2a4-758b-4e34-81ed-39462e48bd92" providerId="ADAL" clId="{83A706B2-AA95-4CDC-834C-F4D908C80230}" dt="2025-02-09T23:36:40.142" v="343" actId="47"/>
        <pc:sldMkLst>
          <pc:docMk/>
          <pc:sldMk cId="3660438245" sldId="293"/>
        </pc:sldMkLst>
      </pc:sldChg>
      <pc:sldChg chg="addSp delSp modSp mod">
        <pc:chgData name="Christian Camilo Cano Vasquez" userId="8c73a2a4-758b-4e34-81ed-39462e48bd92" providerId="ADAL" clId="{83A706B2-AA95-4CDC-834C-F4D908C80230}" dt="2025-02-09T23:43:58.113" v="517" actId="20577"/>
        <pc:sldMkLst>
          <pc:docMk/>
          <pc:sldMk cId="2815679427" sldId="294"/>
        </pc:sldMkLst>
        <pc:spChg chg="add del mod">
          <ac:chgData name="Christian Camilo Cano Vasquez" userId="8c73a2a4-758b-4e34-81ed-39462e48bd92" providerId="ADAL" clId="{83A706B2-AA95-4CDC-834C-F4D908C80230}" dt="2025-02-09T23:39:50.840" v="385" actId="20577"/>
          <ac:spMkLst>
            <pc:docMk/>
            <pc:sldMk cId="2815679427" sldId="294"/>
            <ac:spMk id="2" creationId="{B5029729-ADF3-3B30-4FF9-83BE1DB82BD7}"/>
          </ac:spMkLst>
        </pc:spChg>
        <pc:spChg chg="add mod">
          <ac:chgData name="Christian Camilo Cano Vasquez" userId="8c73a2a4-758b-4e34-81ed-39462e48bd92" providerId="ADAL" clId="{83A706B2-AA95-4CDC-834C-F4D908C80230}" dt="2025-02-09T23:38:32.744" v="355" actId="1076"/>
          <ac:spMkLst>
            <pc:docMk/>
            <pc:sldMk cId="2815679427" sldId="294"/>
            <ac:spMk id="4" creationId="{06A90612-6654-786D-6F6A-F4EA67014379}"/>
          </ac:spMkLst>
        </pc:spChg>
        <pc:spChg chg="add mod">
          <ac:chgData name="Christian Camilo Cano Vasquez" userId="8c73a2a4-758b-4e34-81ed-39462e48bd92" providerId="ADAL" clId="{83A706B2-AA95-4CDC-834C-F4D908C80230}" dt="2025-02-09T23:38:32.744" v="355" actId="1076"/>
          <ac:spMkLst>
            <pc:docMk/>
            <pc:sldMk cId="2815679427" sldId="294"/>
            <ac:spMk id="5" creationId="{5032AC03-DEF1-DAF0-236E-A42778A7A062}"/>
          </ac:spMkLst>
        </pc:spChg>
        <pc:spChg chg="add mod">
          <ac:chgData name="Christian Camilo Cano Vasquez" userId="8c73a2a4-758b-4e34-81ed-39462e48bd92" providerId="ADAL" clId="{83A706B2-AA95-4CDC-834C-F4D908C80230}" dt="2025-02-09T23:37:46.370" v="351"/>
          <ac:spMkLst>
            <pc:docMk/>
            <pc:sldMk cId="2815679427" sldId="294"/>
            <ac:spMk id="6" creationId="{3338A34B-BF11-73AC-D891-565FD218C2F6}"/>
          </ac:spMkLst>
        </pc:spChg>
        <pc:spChg chg="add del mod">
          <ac:chgData name="Christian Camilo Cano Vasquez" userId="8c73a2a4-758b-4e34-81ed-39462e48bd92" providerId="ADAL" clId="{83A706B2-AA95-4CDC-834C-F4D908C80230}" dt="2025-02-09T23:39:04.073" v="372" actId="1036"/>
          <ac:spMkLst>
            <pc:docMk/>
            <pc:sldMk cId="2815679427" sldId="294"/>
            <ac:spMk id="7" creationId="{98DE5FDA-4E91-E843-E84A-1467BFAA9986}"/>
          </ac:spMkLst>
        </pc:spChg>
        <pc:spChg chg="add del mod">
          <ac:chgData name="Christian Camilo Cano Vasquez" userId="8c73a2a4-758b-4e34-81ed-39462e48bd92" providerId="ADAL" clId="{83A706B2-AA95-4CDC-834C-F4D908C80230}" dt="2025-02-09T23:43:58.113" v="517" actId="20577"/>
          <ac:spMkLst>
            <pc:docMk/>
            <pc:sldMk cId="2815679427" sldId="294"/>
            <ac:spMk id="8" creationId="{0DA14DBA-172E-DA2C-0573-6A00BF18F4A5}"/>
          </ac:spMkLst>
        </pc:spChg>
        <pc:spChg chg="add mod">
          <ac:chgData name="Christian Camilo Cano Vasquez" userId="8c73a2a4-758b-4e34-81ed-39462e48bd92" providerId="ADAL" clId="{83A706B2-AA95-4CDC-834C-F4D908C80230}" dt="2025-02-09T23:38:32.744" v="355" actId="1076"/>
          <ac:spMkLst>
            <pc:docMk/>
            <pc:sldMk cId="2815679427" sldId="294"/>
            <ac:spMk id="9" creationId="{4D1551B0-A822-E426-5721-B1FC37702FCB}"/>
          </ac:spMkLst>
        </pc:spChg>
        <pc:spChg chg="add mod">
          <ac:chgData name="Christian Camilo Cano Vasquez" userId="8c73a2a4-758b-4e34-81ed-39462e48bd92" providerId="ADAL" clId="{83A706B2-AA95-4CDC-834C-F4D908C80230}" dt="2025-02-09T23:38:32.744" v="355" actId="1076"/>
          <ac:spMkLst>
            <pc:docMk/>
            <pc:sldMk cId="2815679427" sldId="294"/>
            <ac:spMk id="11" creationId="{EFED69C0-44A5-9995-03AC-A48118DEE677}"/>
          </ac:spMkLst>
        </pc:spChg>
        <pc:spChg chg="mod">
          <ac:chgData name="Christian Camilo Cano Vasquez" userId="8c73a2a4-758b-4e34-81ed-39462e48bd92" providerId="ADAL" clId="{83A706B2-AA95-4CDC-834C-F4D908C80230}" dt="2025-02-09T23:38:57.830" v="367" actId="20577"/>
          <ac:spMkLst>
            <pc:docMk/>
            <pc:sldMk cId="2815679427" sldId="294"/>
            <ac:spMk id="16" creationId="{2B8D44BF-A3B5-6BED-C39C-FA8260E83536}"/>
          </ac:spMkLst>
        </pc:spChg>
        <pc:picChg chg="add mod">
          <ac:chgData name="Christian Camilo Cano Vasquez" userId="8c73a2a4-758b-4e34-81ed-39462e48bd92" providerId="ADAL" clId="{83A706B2-AA95-4CDC-834C-F4D908C80230}" dt="2025-02-09T23:38:32.744" v="355" actId="1076"/>
          <ac:picMkLst>
            <pc:docMk/>
            <pc:sldMk cId="2815679427" sldId="294"/>
            <ac:picMk id="10" creationId="{EA7B2FC2-D98A-62A1-228C-2882147646FE}"/>
          </ac:picMkLst>
        </pc:picChg>
      </pc:sldChg>
      <pc:sldChg chg="addSp delSp modSp new mod">
        <pc:chgData name="Christian Camilo Cano Vasquez" userId="8c73a2a4-758b-4e34-81ed-39462e48bd92" providerId="ADAL" clId="{83A706B2-AA95-4CDC-834C-F4D908C80230}" dt="2025-02-09T23:17:54.551" v="115" actId="403"/>
        <pc:sldMkLst>
          <pc:docMk/>
          <pc:sldMk cId="1640019522" sldId="295"/>
        </pc:sldMkLst>
        <pc:spChg chg="del">
          <ac:chgData name="Christian Camilo Cano Vasquez" userId="8c73a2a4-758b-4e34-81ed-39462e48bd92" providerId="ADAL" clId="{83A706B2-AA95-4CDC-834C-F4D908C80230}" dt="2025-02-09T23:17:37.829" v="108" actId="478"/>
          <ac:spMkLst>
            <pc:docMk/>
            <pc:sldMk cId="1640019522" sldId="295"/>
            <ac:spMk id="2" creationId="{5D66A4B3-0EC3-435E-57A3-EB664561ABDB}"/>
          </ac:spMkLst>
        </pc:spChg>
        <pc:spChg chg="del">
          <ac:chgData name="Christian Camilo Cano Vasquez" userId="8c73a2a4-758b-4e34-81ed-39462e48bd92" providerId="ADAL" clId="{83A706B2-AA95-4CDC-834C-F4D908C80230}" dt="2025-02-09T23:17:45.590" v="109"/>
          <ac:spMkLst>
            <pc:docMk/>
            <pc:sldMk cId="1640019522" sldId="295"/>
            <ac:spMk id="3" creationId="{A7B12427-6892-E9F1-A7EF-25CEDC14529C}"/>
          </ac:spMkLst>
        </pc:spChg>
        <pc:spChg chg="add mod">
          <ac:chgData name="Christian Camilo Cano Vasquez" userId="8c73a2a4-758b-4e34-81ed-39462e48bd92" providerId="ADAL" clId="{83A706B2-AA95-4CDC-834C-F4D908C80230}" dt="2025-02-09T23:17:54.551" v="115" actId="403"/>
          <ac:spMkLst>
            <pc:docMk/>
            <pc:sldMk cId="1640019522" sldId="295"/>
            <ac:spMk id="6" creationId="{AF6692CA-D0D0-2BAF-E673-933E02AE2BB8}"/>
          </ac:spMkLst>
        </pc:spChg>
      </pc:sldChg>
      <pc:sldChg chg="modSp add mod">
        <pc:chgData name="Christian Camilo Cano Vasquez" userId="8c73a2a4-758b-4e34-81ed-39462e48bd92" providerId="ADAL" clId="{83A706B2-AA95-4CDC-834C-F4D908C80230}" dt="2025-02-09T23:18:46.605" v="158" actId="20577"/>
        <pc:sldMkLst>
          <pc:docMk/>
          <pc:sldMk cId="3873318961" sldId="296"/>
        </pc:sldMkLst>
        <pc:spChg chg="mod">
          <ac:chgData name="Christian Camilo Cano Vasquez" userId="8c73a2a4-758b-4e34-81ed-39462e48bd92" providerId="ADAL" clId="{83A706B2-AA95-4CDC-834C-F4D908C80230}" dt="2025-02-09T23:18:46.605" v="158" actId="20577"/>
          <ac:spMkLst>
            <pc:docMk/>
            <pc:sldMk cId="3873318961" sldId="296"/>
            <ac:spMk id="6" creationId="{8111062F-F9A0-241E-6CCB-6E8BE4D8C60A}"/>
          </ac:spMkLst>
        </pc:spChg>
      </pc:sldChg>
      <pc:sldChg chg="modSp add mod">
        <pc:chgData name="Christian Camilo Cano Vasquez" userId="8c73a2a4-758b-4e34-81ed-39462e48bd92" providerId="ADAL" clId="{83A706B2-AA95-4CDC-834C-F4D908C80230}" dt="2025-02-10T11:46:25.185" v="655" actId="20577"/>
        <pc:sldMkLst>
          <pc:docMk/>
          <pc:sldMk cId="3454032079" sldId="297"/>
        </pc:sldMkLst>
        <pc:spChg chg="mod">
          <ac:chgData name="Christian Camilo Cano Vasquez" userId="8c73a2a4-758b-4e34-81ed-39462e48bd92" providerId="ADAL" clId="{83A706B2-AA95-4CDC-834C-F4D908C80230}" dt="2025-02-09T23:26:45.534" v="237" actId="20577"/>
          <ac:spMkLst>
            <pc:docMk/>
            <pc:sldMk cId="3454032079" sldId="297"/>
            <ac:spMk id="2" creationId="{181326FD-308E-2C47-D5D2-57B3357241AA}"/>
          </ac:spMkLst>
        </pc:spChg>
        <pc:spChg chg="mod">
          <ac:chgData name="Christian Camilo Cano Vasquez" userId="8c73a2a4-758b-4e34-81ed-39462e48bd92" providerId="ADAL" clId="{83A706B2-AA95-4CDC-834C-F4D908C80230}" dt="2025-02-09T23:26:13.591" v="226" actId="20577"/>
          <ac:spMkLst>
            <pc:docMk/>
            <pc:sldMk cId="3454032079" sldId="297"/>
            <ac:spMk id="8" creationId="{B08C2240-8810-4E0A-7DCF-E62A8271EA2E}"/>
          </ac:spMkLst>
        </pc:spChg>
        <pc:spChg chg="mod">
          <ac:chgData name="Christian Camilo Cano Vasquez" userId="8c73a2a4-758b-4e34-81ed-39462e48bd92" providerId="ADAL" clId="{83A706B2-AA95-4CDC-834C-F4D908C80230}" dt="2025-02-09T23:26:17.294" v="229" actId="20577"/>
          <ac:spMkLst>
            <pc:docMk/>
            <pc:sldMk cId="3454032079" sldId="297"/>
            <ac:spMk id="9" creationId="{BBDDC809-0F06-CBE2-4D1A-3A2FA36C33A8}"/>
          </ac:spMkLst>
        </pc:spChg>
        <pc:spChg chg="mod">
          <ac:chgData name="Christian Camilo Cano Vasquez" userId="8c73a2a4-758b-4e34-81ed-39462e48bd92" providerId="ADAL" clId="{83A706B2-AA95-4CDC-834C-F4D908C80230}" dt="2025-02-10T11:46:25.185" v="655" actId="20577"/>
          <ac:spMkLst>
            <pc:docMk/>
            <pc:sldMk cId="3454032079" sldId="297"/>
            <ac:spMk id="16" creationId="{5AC39480-E3E5-69B1-401F-A50C45531EF2}"/>
          </ac:spMkLst>
        </pc:spChg>
      </pc:sldChg>
      <pc:sldChg chg="modSp add mod">
        <pc:chgData name="Christian Camilo Cano Vasquez" userId="8c73a2a4-758b-4e34-81ed-39462e48bd92" providerId="ADAL" clId="{83A706B2-AA95-4CDC-834C-F4D908C80230}" dt="2025-02-09T23:36:30.584" v="342" actId="20577"/>
        <pc:sldMkLst>
          <pc:docMk/>
          <pc:sldMk cId="2103719889" sldId="298"/>
        </pc:sldMkLst>
        <pc:spChg chg="mod">
          <ac:chgData name="Christian Camilo Cano Vasquez" userId="8c73a2a4-758b-4e34-81ed-39462e48bd92" providerId="ADAL" clId="{83A706B2-AA95-4CDC-834C-F4D908C80230}" dt="2025-02-09T23:36:30.584" v="342" actId="20577"/>
          <ac:spMkLst>
            <pc:docMk/>
            <pc:sldMk cId="2103719889" sldId="298"/>
            <ac:spMk id="2" creationId="{8D88CB07-C5F5-9BB7-9F41-E171F0F0E2B9}"/>
          </ac:spMkLst>
        </pc:spChg>
        <pc:spChg chg="mod">
          <ac:chgData name="Christian Camilo Cano Vasquez" userId="8c73a2a4-758b-4e34-81ed-39462e48bd92" providerId="ADAL" clId="{83A706B2-AA95-4CDC-834C-F4D908C80230}" dt="2025-02-09T23:35:30.421" v="324" actId="20577"/>
          <ac:spMkLst>
            <pc:docMk/>
            <pc:sldMk cId="2103719889" sldId="298"/>
            <ac:spMk id="9" creationId="{2BDFECD2-156D-6697-CFBF-8CD783F9B986}"/>
          </ac:spMkLst>
        </pc:spChg>
        <pc:spChg chg="mod">
          <ac:chgData name="Christian Camilo Cano Vasquez" userId="8c73a2a4-758b-4e34-81ed-39462e48bd92" providerId="ADAL" clId="{83A706B2-AA95-4CDC-834C-F4D908C80230}" dt="2025-02-09T23:35:34.437" v="331" actId="20577"/>
          <ac:spMkLst>
            <pc:docMk/>
            <pc:sldMk cId="2103719889" sldId="298"/>
            <ac:spMk id="10" creationId="{3BFC64CA-DE35-A528-CF09-36A26DB3DEE4}"/>
          </ac:spMkLst>
        </pc:spChg>
        <pc:spChg chg="mod">
          <ac:chgData name="Christian Camilo Cano Vasquez" userId="8c73a2a4-758b-4e34-81ed-39462e48bd92" providerId="ADAL" clId="{83A706B2-AA95-4CDC-834C-F4D908C80230}" dt="2025-02-09T23:35:16.010" v="319" actId="20577"/>
          <ac:spMkLst>
            <pc:docMk/>
            <pc:sldMk cId="2103719889" sldId="298"/>
            <ac:spMk id="16" creationId="{53FFBD12-4EFF-41C1-4765-2AD268B2BD94}"/>
          </ac:spMkLst>
        </pc:spChg>
      </pc:sldChg>
      <pc:sldChg chg="modSp add mod">
        <pc:chgData name="Christian Camilo Cano Vasquez" userId="8c73a2a4-758b-4e34-81ed-39462e48bd92" providerId="ADAL" clId="{83A706B2-AA95-4CDC-834C-F4D908C80230}" dt="2025-02-09T23:43:30.035" v="490" actId="20577"/>
        <pc:sldMkLst>
          <pc:docMk/>
          <pc:sldMk cId="2685215753" sldId="299"/>
        </pc:sldMkLst>
        <pc:spChg chg="mod">
          <ac:chgData name="Christian Camilo Cano Vasquez" userId="8c73a2a4-758b-4e34-81ed-39462e48bd92" providerId="ADAL" clId="{83A706B2-AA95-4CDC-834C-F4D908C80230}" dt="2025-02-09T23:43:30.035" v="490" actId="20577"/>
          <ac:spMkLst>
            <pc:docMk/>
            <pc:sldMk cId="2685215753" sldId="299"/>
            <ac:spMk id="2" creationId="{43D7D9E5-DAC3-2BB8-7377-826863CBAD4E}"/>
          </ac:spMkLst>
        </pc:spChg>
        <pc:spChg chg="mod">
          <ac:chgData name="Christian Camilo Cano Vasquez" userId="8c73a2a4-758b-4e34-81ed-39462e48bd92" providerId="ADAL" clId="{83A706B2-AA95-4CDC-834C-F4D908C80230}" dt="2025-02-09T23:43:03.787" v="468" actId="1076"/>
          <ac:spMkLst>
            <pc:docMk/>
            <pc:sldMk cId="2685215753" sldId="299"/>
            <ac:spMk id="8" creationId="{643565A9-7DB6-D6EE-152F-2852C8BA7986}"/>
          </ac:spMkLst>
        </pc:spChg>
        <pc:spChg chg="mod">
          <ac:chgData name="Christian Camilo Cano Vasquez" userId="8c73a2a4-758b-4e34-81ed-39462e48bd92" providerId="ADAL" clId="{83A706B2-AA95-4CDC-834C-F4D908C80230}" dt="2025-02-09T23:43:18.188" v="482" actId="20577"/>
          <ac:spMkLst>
            <pc:docMk/>
            <pc:sldMk cId="2685215753" sldId="299"/>
            <ac:spMk id="16" creationId="{C096193E-AB86-E3CD-BDAC-0F9156C1A3F0}"/>
          </ac:spMkLst>
        </pc:spChg>
      </pc:sldChg>
      <pc:sldChg chg="modSp add mod">
        <pc:chgData name="Christian Camilo Cano Vasquez" userId="8c73a2a4-758b-4e34-81ed-39462e48bd92" providerId="ADAL" clId="{83A706B2-AA95-4CDC-834C-F4D908C80230}" dt="2025-02-09T23:48:20.230" v="543" actId="20577"/>
        <pc:sldMkLst>
          <pc:docMk/>
          <pc:sldMk cId="1023731220" sldId="300"/>
        </pc:sldMkLst>
        <pc:spChg chg="mod">
          <ac:chgData name="Christian Camilo Cano Vasquez" userId="8c73a2a4-758b-4e34-81ed-39462e48bd92" providerId="ADAL" clId="{83A706B2-AA95-4CDC-834C-F4D908C80230}" dt="2025-02-09T23:45:57.548" v="541" actId="20577"/>
          <ac:spMkLst>
            <pc:docMk/>
            <pc:sldMk cId="1023731220" sldId="300"/>
            <ac:spMk id="8" creationId="{B0CFB20A-64F3-A296-71E8-F4FA17D35314}"/>
          </ac:spMkLst>
        </pc:spChg>
        <pc:spChg chg="mod">
          <ac:chgData name="Christian Camilo Cano Vasquez" userId="8c73a2a4-758b-4e34-81ed-39462e48bd92" providerId="ADAL" clId="{83A706B2-AA95-4CDC-834C-F4D908C80230}" dt="2025-02-09T23:48:20.230" v="543" actId="20577"/>
          <ac:spMkLst>
            <pc:docMk/>
            <pc:sldMk cId="1023731220" sldId="300"/>
            <ac:spMk id="16" creationId="{E1662E38-DE72-ADF3-A38E-08ED40DCC2AD}"/>
          </ac:spMkLst>
        </pc:spChg>
      </pc:sldChg>
      <pc:sldChg chg="modSp add mod">
        <pc:chgData name="Christian Camilo Cano Vasquez" userId="8c73a2a4-758b-4e34-81ed-39462e48bd92" providerId="ADAL" clId="{83A706B2-AA95-4CDC-834C-F4D908C80230}" dt="2025-02-10T08:28:14.084" v="652" actId="20577"/>
        <pc:sldMkLst>
          <pc:docMk/>
          <pc:sldMk cId="699864314" sldId="301"/>
        </pc:sldMkLst>
        <pc:spChg chg="mod">
          <ac:chgData name="Christian Camilo Cano Vasquez" userId="8c73a2a4-758b-4e34-81ed-39462e48bd92" providerId="ADAL" clId="{83A706B2-AA95-4CDC-834C-F4D908C80230}" dt="2025-02-09T23:49:32.025" v="650" actId="20577"/>
          <ac:spMkLst>
            <pc:docMk/>
            <pc:sldMk cId="699864314" sldId="301"/>
            <ac:spMk id="2" creationId="{42D73A2E-0E5A-8A39-6B70-F9E94D6DBB70}"/>
          </ac:spMkLst>
        </pc:spChg>
        <pc:spChg chg="mod">
          <ac:chgData name="Christian Camilo Cano Vasquez" userId="8c73a2a4-758b-4e34-81ed-39462e48bd92" providerId="ADAL" clId="{83A706B2-AA95-4CDC-834C-F4D908C80230}" dt="2025-02-10T08:28:14.084" v="652" actId="20577"/>
          <ac:spMkLst>
            <pc:docMk/>
            <pc:sldMk cId="699864314" sldId="301"/>
            <ac:spMk id="16" creationId="{1E256546-3103-104D-A87F-78AEBE5D595E}"/>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9/3/26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9/3/26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41160790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C5711-C157-AA5E-1EA1-9F4C3F40B90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A117F6-F66D-FFD4-422F-EBD94B31F3F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2B512FE-9F6C-4ABD-23FA-CA518B458D1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624E7A5-CBFC-658B-8E88-8AF8084D5BC4}"/>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1832961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12144-FCBE-6A8A-A0AE-4B9D57DA8E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B7E8D5-CF3D-FB31-A479-FE9B4678B44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E98ECD-779C-B147-FA65-387301E8BDD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4D029A2-BBAC-779C-5358-BB9C7A2A122B}"/>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3664519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6B1C6-3682-4180-87C4-06A6C4E801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AE3208-A690-FD1F-E94C-D310F334A7E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8F7B85C-6C72-3DDD-289B-E766AA64E93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91AFB1E-8F28-1193-6909-CAB4A27B11F0}"/>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28351709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0BA22-DBA9-14F1-E21B-ACB4C6B7F32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316E6B2-214F-F40F-258D-FF87081027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DB75D3B-42C9-35E9-99BA-0268BA7146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A531B01-1E40-9F79-3CC8-FA6E8156BAFE}"/>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714953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18B0B-1527-F1CE-B7C6-3A4EEEE44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D26890C-BFDE-EB57-C86A-5199A0D9621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EF1C62-7FB2-EC14-4109-CC2B3204CEB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8CFB6A-4B50-8F81-53B5-44C94D279BC8}"/>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9155608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112F-7FB7-4F49-F4F6-C1D0DC6ADBE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190F532-536D-B583-3561-FD0C56234D4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C233B1A-142E-BC7B-FE19-6D22CE4082B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85087E6-8FC6-B2E3-2D74-B3C5168F5568}"/>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1581859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9422329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3BBE-3704-D894-1C10-5488EE611F0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9BB04E2-F70F-42F7-9964-3D274C49FB9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6664AEC-7D1D-9DDC-3B94-3AE8450C7E5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8F62EEB-2D30-2026-D252-4267AF688251}"/>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29059530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3BE0A-4FED-FF2A-A29F-A3D3BA9386A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8D4508-C900-33E0-69A9-12D9A5EC8BE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3678FD2-F52A-F464-A6DC-9AE4044DCA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6FF2B29-AFFB-903E-D5AD-4E4E99BA5701}"/>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108329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2.0. COUPLERS</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7"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2.0. COUPLERS</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0.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4.sv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0.png"/><Relationship Id="rId4" Type="http://schemas.openxmlformats.org/officeDocument/2006/relationships/image" Target="../media/image4.sv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0.png"/><Relationship Id="rId4" Type="http://schemas.openxmlformats.org/officeDocument/2006/relationships/image" Target="../media/image4.sv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0.png"/><Relationship Id="rId4" Type="http://schemas.openxmlformats.org/officeDocument/2006/relationships/image" Target="../media/image4.svg"/></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6106795" cy="513715"/>
          </a:xfrm>
          <a:prstGeom prst="rect">
            <a:avLst/>
          </a:prstGeom>
        </p:spPr>
        <p:txBody>
          <a:bodyPr vert="horz" wrap="square" lIns="0" tIns="12700" rIns="0" bIns="0" rtlCol="0">
            <a:spAutoFit/>
          </a:bodyPr>
          <a:lstStyle/>
          <a:p>
            <a:pPr marL="12700">
              <a:lnSpc>
                <a:spcPct val="100000"/>
              </a:lnSpc>
              <a:spcBef>
                <a:spcPts val="100"/>
              </a:spcBef>
            </a:pPr>
            <a:r>
              <a:rPr lang="es-ES" sz="3200" b="1" dirty="0" err="1">
                <a:latin typeface="Lucida Sans"/>
                <a:cs typeface="Lucida Sans"/>
              </a:rPr>
              <a:t>Lab</a:t>
            </a:r>
            <a:r>
              <a:rPr lang="es-ES" sz="3200" b="1" dirty="0">
                <a:latin typeface="Lucida Sans"/>
                <a:cs typeface="Lucida Sans"/>
              </a:rPr>
              <a:t> Book 2.0. </a:t>
            </a:r>
            <a:r>
              <a:rPr lang="es-ES" sz="3200" b="1" dirty="0" err="1">
                <a:latin typeface="Lucida Sans"/>
                <a:cs typeface="Lucida Sans"/>
              </a:rPr>
              <a:t>Couplers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Sergi Pla Torró</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https://github.com/cccanvas-upv/pic-upv-lab2.git</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COUPLERS_Student.ipynb</a:t>
            </a:r>
            <a:r>
              <a:rPr lang="en-US" kern="0" dirty="0">
                <a:solidFill>
                  <a:sysClr val="windowText" lastClr="000000"/>
                </a:solidFill>
              </a:rPr>
              <a:t> </a:t>
            </a:r>
          </a:p>
          <a:p>
            <a:pPr algn="just"/>
            <a:endParaRPr lang="en-US" b="1" i="1" dirty="0"/>
          </a:p>
          <a:p>
            <a:pPr algn="just"/>
            <a:r>
              <a:rPr lang="en-US" b="1" i="1" dirty="0"/>
              <a:t>Cross-Sections </a:t>
            </a:r>
            <a:r>
              <a:rPr lang="en-US" i="1" dirty="0"/>
              <a:t>to be studied:</a:t>
            </a:r>
            <a:endParaRPr lang="en-US" b="1" i="1" dirty="0"/>
          </a:p>
          <a:p>
            <a:pPr algn="just"/>
            <a:endParaRPr lang="en-US" sz="2000" b="1" i="1" dirty="0"/>
          </a:p>
          <a:p>
            <a:pPr algn="just"/>
            <a:endParaRPr lang="en-US" sz="2000" kern="0" dirty="0">
              <a:solidFill>
                <a:sysClr val="windowText" lastClr="000000"/>
              </a:solidFill>
            </a:endParaRPr>
          </a:p>
        </p:txBody>
      </p:sp>
      <p:sp>
        <p:nvSpPr>
          <p:cNvPr id="96" name="object 7">
            <a:extLst>
              <a:ext uri="{FF2B5EF4-FFF2-40B4-BE49-F238E27FC236}">
                <a16:creationId xmlns:a16="http://schemas.microsoft.com/office/drawing/2014/main" id="{BB459788-0671-D4BA-B6DB-A3544D24EA92}"/>
              </a:ext>
            </a:extLst>
          </p:cNvPr>
          <p:cNvSpPr/>
          <p:nvPr/>
        </p:nvSpPr>
        <p:spPr>
          <a:xfrm>
            <a:off x="1241591"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97" name="object 62">
            <a:extLst>
              <a:ext uri="{FF2B5EF4-FFF2-40B4-BE49-F238E27FC236}">
                <a16:creationId xmlns:a16="http://schemas.microsoft.com/office/drawing/2014/main" id="{13E0425E-CEDF-CBC4-B34B-0CC3951920EA}"/>
              </a:ext>
            </a:extLst>
          </p:cNvPr>
          <p:cNvSpPr/>
          <p:nvPr/>
        </p:nvSpPr>
        <p:spPr>
          <a:xfrm>
            <a:off x="1795778"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98" name="object 63">
            <a:extLst>
              <a:ext uri="{FF2B5EF4-FFF2-40B4-BE49-F238E27FC236}">
                <a16:creationId xmlns:a16="http://schemas.microsoft.com/office/drawing/2014/main" id="{FDE45797-C0E3-ACE0-F66B-057BDEDB9070}"/>
              </a:ext>
            </a:extLst>
          </p:cNvPr>
          <p:cNvSpPr txBox="1"/>
          <p:nvPr/>
        </p:nvSpPr>
        <p:spPr>
          <a:xfrm>
            <a:off x="1229760"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
        <p:nvSpPr>
          <p:cNvPr id="99" name="object 64">
            <a:extLst>
              <a:ext uri="{FF2B5EF4-FFF2-40B4-BE49-F238E27FC236}">
                <a16:creationId xmlns:a16="http://schemas.microsoft.com/office/drawing/2014/main" id="{ABAAA5DD-56CA-BF94-2180-F0866658B6B3}"/>
              </a:ext>
            </a:extLst>
          </p:cNvPr>
          <p:cNvSpPr/>
          <p:nvPr/>
        </p:nvSpPr>
        <p:spPr>
          <a:xfrm>
            <a:off x="1948179" y="4155787"/>
            <a:ext cx="914400" cy="89266"/>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0" name="object 65">
            <a:extLst>
              <a:ext uri="{FF2B5EF4-FFF2-40B4-BE49-F238E27FC236}">
                <a16:creationId xmlns:a16="http://schemas.microsoft.com/office/drawing/2014/main" id="{A1EF013C-5123-D9A7-DC76-FEFD731E96E2}"/>
              </a:ext>
            </a:extLst>
          </p:cNvPr>
          <p:cNvSpPr txBox="1"/>
          <p:nvPr/>
        </p:nvSpPr>
        <p:spPr>
          <a:xfrm>
            <a:off x="2073955" y="3856694"/>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01" name="object 73">
            <a:extLst>
              <a:ext uri="{FF2B5EF4-FFF2-40B4-BE49-F238E27FC236}">
                <a16:creationId xmlns:a16="http://schemas.microsoft.com/office/drawing/2014/main" id="{4C5C0871-D9B5-E642-7661-FFBCAD75720B}"/>
              </a:ext>
            </a:extLst>
          </p:cNvPr>
          <p:cNvSpPr txBox="1"/>
          <p:nvPr/>
        </p:nvSpPr>
        <p:spPr>
          <a:xfrm>
            <a:off x="352355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102" name="object 74">
            <a:extLst>
              <a:ext uri="{FF2B5EF4-FFF2-40B4-BE49-F238E27FC236}">
                <a16:creationId xmlns:a16="http://schemas.microsoft.com/office/drawing/2014/main" id="{10CC4DBA-05F4-4CDC-BA0E-6200AF622CA9}"/>
              </a:ext>
            </a:extLst>
          </p:cNvPr>
          <p:cNvSpPr txBox="1"/>
          <p:nvPr/>
        </p:nvSpPr>
        <p:spPr>
          <a:xfrm>
            <a:off x="4421819" y="5309818"/>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111" name="object 7">
            <a:extLst>
              <a:ext uri="{FF2B5EF4-FFF2-40B4-BE49-F238E27FC236}">
                <a16:creationId xmlns:a16="http://schemas.microsoft.com/office/drawing/2014/main" id="{06801468-6F27-A16A-64E3-D7AD4B6B6B96}"/>
              </a:ext>
            </a:extLst>
          </p:cNvPr>
          <p:cNvSpPr/>
          <p:nvPr/>
        </p:nvSpPr>
        <p:spPr>
          <a:xfrm>
            <a:off x="7239000" y="3685362"/>
            <a:ext cx="3929379" cy="1902460"/>
          </a:xfrm>
          <a:custGeom>
            <a:avLst/>
            <a:gdLst/>
            <a:ahLst/>
            <a:cxnLst/>
            <a:rect l="l" t="t" r="r" b="b"/>
            <a:pathLst>
              <a:path w="3929379" h="1902460">
                <a:moveTo>
                  <a:pt x="0" y="1901952"/>
                </a:moveTo>
                <a:lnTo>
                  <a:pt x="3928872" y="1901952"/>
                </a:lnTo>
                <a:lnTo>
                  <a:pt x="3928872" y="0"/>
                </a:lnTo>
                <a:lnTo>
                  <a:pt x="0" y="0"/>
                </a:lnTo>
                <a:lnTo>
                  <a:pt x="0" y="1901952"/>
                </a:lnTo>
                <a:close/>
              </a:path>
            </a:pathLst>
          </a:custGeom>
          <a:solidFill>
            <a:srgbClr val="F1F1F1"/>
          </a:solidFill>
        </p:spPr>
        <p:txBody>
          <a:bodyPr wrap="square" lIns="0" tIns="0" rIns="0" bIns="0" rtlCol="0"/>
          <a:lstStyle/>
          <a:p>
            <a:endParaRPr dirty="0"/>
          </a:p>
        </p:txBody>
      </p:sp>
      <p:sp>
        <p:nvSpPr>
          <p:cNvPr id="114" name="object 64">
            <a:extLst>
              <a:ext uri="{FF2B5EF4-FFF2-40B4-BE49-F238E27FC236}">
                <a16:creationId xmlns:a16="http://schemas.microsoft.com/office/drawing/2014/main" id="{D9E5D738-CA47-1898-E0D8-DFBC514F5A50}"/>
              </a:ext>
            </a:extLst>
          </p:cNvPr>
          <p:cNvSpPr/>
          <p:nvPr/>
        </p:nvSpPr>
        <p:spPr>
          <a:xfrm>
            <a:off x="7663179" y="4163346"/>
            <a:ext cx="3165333" cy="48374"/>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15" name="object 65">
            <a:extLst>
              <a:ext uri="{FF2B5EF4-FFF2-40B4-BE49-F238E27FC236}">
                <a16:creationId xmlns:a16="http://schemas.microsoft.com/office/drawing/2014/main" id="{74A4CAE1-BC33-1BCD-6F24-54F1DFA8AEDB}"/>
              </a:ext>
            </a:extLst>
          </p:cNvPr>
          <p:cNvSpPr txBox="1"/>
          <p:nvPr/>
        </p:nvSpPr>
        <p:spPr>
          <a:xfrm>
            <a:off x="8910954" y="3926878"/>
            <a:ext cx="733425" cy="228909"/>
          </a:xfrm>
          <a:prstGeom prst="rect">
            <a:avLst/>
          </a:prstGeom>
        </p:spPr>
        <p:txBody>
          <a:bodyPr vert="horz" wrap="square" lIns="0" tIns="13335" rIns="0" bIns="0" rtlCol="0">
            <a:spAutoFit/>
          </a:bodyPr>
          <a:lstStyle/>
          <a:p>
            <a:pPr>
              <a:lnSpc>
                <a:spcPct val="100000"/>
              </a:lnSpc>
              <a:spcBef>
                <a:spcPts val="105"/>
              </a:spcBef>
            </a:pPr>
            <a:r>
              <a:rPr lang="es-ES" sz="1400" spc="5" dirty="0">
                <a:latin typeface="Calibri"/>
                <a:cs typeface="Calibri"/>
              </a:rPr>
              <a:t>w</a:t>
            </a:r>
            <a:r>
              <a:rPr sz="1400" spc="-65" dirty="0">
                <a:latin typeface="Calibri"/>
                <a:cs typeface="Calibri"/>
              </a:rPr>
              <a:t> </a:t>
            </a:r>
            <a:r>
              <a:rPr sz="1400" spc="-5" dirty="0">
                <a:latin typeface="Calibri"/>
                <a:cs typeface="Calibri"/>
              </a:rPr>
              <a:t>(width)</a:t>
            </a:r>
            <a:endParaRPr sz="1400" dirty="0">
              <a:latin typeface="Calibri"/>
              <a:cs typeface="Calibri"/>
            </a:endParaRPr>
          </a:p>
        </p:txBody>
      </p:sp>
      <p:sp>
        <p:nvSpPr>
          <p:cNvPr id="116" name="object 73">
            <a:extLst>
              <a:ext uri="{FF2B5EF4-FFF2-40B4-BE49-F238E27FC236}">
                <a16:creationId xmlns:a16="http://schemas.microsoft.com/office/drawing/2014/main" id="{CC9D2269-0CA8-143F-4E45-F3AF594A2ED3}"/>
              </a:ext>
            </a:extLst>
          </p:cNvPr>
          <p:cNvSpPr txBox="1"/>
          <p:nvPr/>
        </p:nvSpPr>
        <p:spPr>
          <a:xfrm>
            <a:off x="7663179" y="4325314"/>
            <a:ext cx="3165333"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lang="es-ES" sz="1600" b="1" spc="-10" dirty="0">
                <a:latin typeface="Calibri"/>
                <a:cs typeface="Calibri"/>
              </a:rPr>
              <a:t>MMI </a:t>
            </a:r>
            <a:r>
              <a:rPr lang="es-ES" sz="1600" b="1" spc="-10" dirty="0" err="1">
                <a:latin typeface="Calibri"/>
                <a:cs typeface="Calibri"/>
              </a:rPr>
              <a:t>Body</a:t>
            </a:r>
            <a:endParaRPr sz="1600" dirty="0">
              <a:latin typeface="Calibri"/>
              <a:cs typeface="Calibri"/>
            </a:endParaRPr>
          </a:p>
        </p:txBody>
      </p:sp>
      <p:sp>
        <p:nvSpPr>
          <p:cNvPr id="117" name="object 74">
            <a:extLst>
              <a:ext uri="{FF2B5EF4-FFF2-40B4-BE49-F238E27FC236}">
                <a16:creationId xmlns:a16="http://schemas.microsoft.com/office/drawing/2014/main" id="{8A3332FF-25D4-1955-323F-BBD1D30324AC}"/>
              </a:ext>
            </a:extLst>
          </p:cNvPr>
          <p:cNvSpPr txBox="1"/>
          <p:nvPr/>
        </p:nvSpPr>
        <p:spPr>
          <a:xfrm>
            <a:off x="7284458" y="5303772"/>
            <a:ext cx="741045" cy="269240"/>
          </a:xfrm>
          <a:prstGeom prst="rect">
            <a:avLst/>
          </a:prstGeom>
        </p:spPr>
        <p:txBody>
          <a:bodyPr vert="horz" wrap="square" lIns="0" tIns="12065" rIns="0" bIns="0" rtlCol="0">
            <a:spAutoFit/>
          </a:bodyPr>
          <a:lstStyle/>
          <a:p>
            <a:pPr>
              <a:lnSpc>
                <a:spcPct val="100000"/>
              </a:lnSpc>
              <a:spcBef>
                <a:spcPts val="95"/>
              </a:spcBef>
            </a:pPr>
            <a:r>
              <a:rPr sz="1600" b="1" spc="-10" dirty="0">
                <a:latin typeface="Calibri"/>
                <a:cs typeface="Calibri"/>
              </a:rPr>
              <a:t>Cladding</a:t>
            </a:r>
            <a:endParaRPr sz="1600" dirty="0">
              <a:latin typeface="Calibri"/>
              <a:cs typeface="Calibri"/>
            </a:endParaRPr>
          </a:p>
        </p:txBody>
      </p:sp>
      <p:sp>
        <p:nvSpPr>
          <p:cNvPr id="2" name="CuadroTexto 1">
            <a:extLst>
              <a:ext uri="{FF2B5EF4-FFF2-40B4-BE49-F238E27FC236}">
                <a16:creationId xmlns:a16="http://schemas.microsoft.com/office/drawing/2014/main" id="{57D9AFBE-EF33-9078-9CE3-5C8B079B0C36}"/>
              </a:ext>
            </a:extLst>
          </p:cNvPr>
          <p:cNvSpPr txBox="1"/>
          <p:nvPr/>
        </p:nvSpPr>
        <p:spPr>
          <a:xfrm>
            <a:off x="7377675" y="5580458"/>
            <a:ext cx="3954288" cy="369332"/>
          </a:xfrm>
          <a:prstGeom prst="rect">
            <a:avLst/>
          </a:prstGeom>
          <a:noFill/>
        </p:spPr>
        <p:txBody>
          <a:bodyPr wrap="none" rtlCol="0">
            <a:spAutoFit/>
          </a:bodyPr>
          <a:lstStyle/>
          <a:p>
            <a:pPr algn="r"/>
            <a:r>
              <a:rPr lang="en-US" b="1" dirty="0"/>
              <a:t>Multimode Interference (MMI) </a:t>
            </a:r>
            <a:r>
              <a:rPr lang="en-US" dirty="0"/>
              <a:t>coupler</a:t>
            </a:r>
            <a:r>
              <a:rPr lang="en-US" b="1" dirty="0"/>
              <a:t> </a:t>
            </a:r>
            <a:endParaRPr lang="en-US" dirty="0"/>
          </a:p>
        </p:txBody>
      </p:sp>
      <p:sp>
        <p:nvSpPr>
          <p:cNvPr id="8" name="CuadroTexto 7">
            <a:extLst>
              <a:ext uri="{FF2B5EF4-FFF2-40B4-BE49-F238E27FC236}">
                <a16:creationId xmlns:a16="http://schemas.microsoft.com/office/drawing/2014/main" id="{7336B5D8-2D70-3E7A-336D-AF55EC49DEB8}"/>
              </a:ext>
            </a:extLst>
          </p:cNvPr>
          <p:cNvSpPr txBox="1"/>
          <p:nvPr/>
        </p:nvSpPr>
        <p:spPr>
          <a:xfrm>
            <a:off x="1168826" y="5579058"/>
            <a:ext cx="2743199" cy="369332"/>
          </a:xfrm>
          <a:prstGeom prst="rect">
            <a:avLst/>
          </a:prstGeom>
          <a:noFill/>
        </p:spPr>
        <p:txBody>
          <a:bodyPr wrap="square">
            <a:spAutoFit/>
          </a:bodyPr>
          <a:lstStyle/>
          <a:p>
            <a:r>
              <a:rPr lang="en-US" b="1" dirty="0"/>
              <a:t>Directional </a:t>
            </a:r>
            <a:r>
              <a:rPr lang="en-US" dirty="0"/>
              <a:t>coupler (DC)</a:t>
            </a:r>
          </a:p>
        </p:txBody>
      </p:sp>
      <p:sp>
        <p:nvSpPr>
          <p:cNvPr id="7" name="object 73">
            <a:extLst>
              <a:ext uri="{FF2B5EF4-FFF2-40B4-BE49-F238E27FC236}">
                <a16:creationId xmlns:a16="http://schemas.microsoft.com/office/drawing/2014/main" id="{9404A65A-9F07-371B-17B4-56EE1381567B}"/>
              </a:ext>
            </a:extLst>
          </p:cNvPr>
          <p:cNvSpPr txBox="1"/>
          <p:nvPr/>
        </p:nvSpPr>
        <p:spPr>
          <a:xfrm>
            <a:off x="1948179" y="4331380"/>
            <a:ext cx="984979" cy="610424"/>
          </a:xfrm>
          <a:prstGeom prst="rect">
            <a:avLst/>
          </a:prstGeom>
          <a:solidFill>
            <a:srgbClr val="CCB657"/>
          </a:solidFill>
        </p:spPr>
        <p:txBody>
          <a:bodyPr vert="horz" wrap="square" lIns="0" tIns="2540" rIns="0" bIns="0" rtlCol="0">
            <a:spAutoFit/>
          </a:bodyPr>
          <a:lstStyle/>
          <a:p>
            <a:pPr>
              <a:lnSpc>
                <a:spcPct val="100000"/>
              </a:lnSpc>
              <a:spcBef>
                <a:spcPts val="20"/>
              </a:spcBef>
            </a:pPr>
            <a:endParaRPr sz="2350" dirty="0">
              <a:latin typeface="Times New Roman"/>
              <a:cs typeface="Times New Roman"/>
            </a:endParaRPr>
          </a:p>
          <a:p>
            <a:pPr marL="18415" algn="ctr">
              <a:lnSpc>
                <a:spcPct val="100000"/>
              </a:lnSpc>
            </a:pPr>
            <a:r>
              <a:rPr sz="1600" b="1" spc="-10" dirty="0">
                <a:latin typeface="Calibri"/>
                <a:cs typeface="Calibri"/>
              </a:rPr>
              <a:t>Core</a:t>
            </a:r>
            <a:endParaRPr sz="1600" dirty="0">
              <a:latin typeface="Calibri"/>
              <a:cs typeface="Calibri"/>
            </a:endParaRPr>
          </a:p>
        </p:txBody>
      </p:sp>
      <p:sp>
        <p:nvSpPr>
          <p:cNvPr id="9" name="object 64">
            <a:extLst>
              <a:ext uri="{FF2B5EF4-FFF2-40B4-BE49-F238E27FC236}">
                <a16:creationId xmlns:a16="http://schemas.microsoft.com/office/drawing/2014/main" id="{B06C28EB-4BF4-A40B-513B-ACC7E468CDC3}"/>
              </a:ext>
            </a:extLst>
          </p:cNvPr>
          <p:cNvSpPr/>
          <p:nvPr/>
        </p:nvSpPr>
        <p:spPr>
          <a:xfrm flipV="1">
            <a:off x="2911079" y="5067632"/>
            <a:ext cx="590401" cy="45719"/>
          </a:xfrm>
          <a:custGeom>
            <a:avLst/>
            <a:gdLst/>
            <a:ahLst/>
            <a:cxnLst/>
            <a:rect l="l" t="t" r="r" b="b"/>
            <a:pathLst>
              <a:path w="1758314" h="76200">
                <a:moveTo>
                  <a:pt x="76200" y="0"/>
                </a:moveTo>
                <a:lnTo>
                  <a:pt x="0" y="38100"/>
                </a:lnTo>
                <a:lnTo>
                  <a:pt x="76200" y="76200"/>
                </a:lnTo>
                <a:lnTo>
                  <a:pt x="76200" y="44450"/>
                </a:lnTo>
                <a:lnTo>
                  <a:pt x="63500" y="44450"/>
                </a:lnTo>
                <a:lnTo>
                  <a:pt x="63500" y="31750"/>
                </a:lnTo>
                <a:lnTo>
                  <a:pt x="76200" y="31750"/>
                </a:lnTo>
                <a:lnTo>
                  <a:pt x="76200" y="0"/>
                </a:lnTo>
                <a:close/>
              </a:path>
              <a:path w="1758314" h="76200">
                <a:moveTo>
                  <a:pt x="1682114" y="0"/>
                </a:moveTo>
                <a:lnTo>
                  <a:pt x="1682114" y="76200"/>
                </a:lnTo>
                <a:lnTo>
                  <a:pt x="1745614" y="44450"/>
                </a:lnTo>
                <a:lnTo>
                  <a:pt x="1694814" y="44450"/>
                </a:lnTo>
                <a:lnTo>
                  <a:pt x="1694814" y="31750"/>
                </a:lnTo>
                <a:lnTo>
                  <a:pt x="1745614" y="31750"/>
                </a:lnTo>
                <a:lnTo>
                  <a:pt x="1682114" y="0"/>
                </a:lnTo>
                <a:close/>
              </a:path>
              <a:path w="1758314" h="76200">
                <a:moveTo>
                  <a:pt x="76200" y="31750"/>
                </a:moveTo>
                <a:lnTo>
                  <a:pt x="63500" y="31750"/>
                </a:lnTo>
                <a:lnTo>
                  <a:pt x="63500" y="44450"/>
                </a:lnTo>
                <a:lnTo>
                  <a:pt x="76200" y="44450"/>
                </a:lnTo>
                <a:lnTo>
                  <a:pt x="76200" y="31750"/>
                </a:lnTo>
                <a:close/>
              </a:path>
              <a:path w="1758314" h="76200">
                <a:moveTo>
                  <a:pt x="1682114" y="31750"/>
                </a:moveTo>
                <a:lnTo>
                  <a:pt x="76200" y="31750"/>
                </a:lnTo>
                <a:lnTo>
                  <a:pt x="76200" y="44450"/>
                </a:lnTo>
                <a:lnTo>
                  <a:pt x="1682114" y="44450"/>
                </a:lnTo>
                <a:lnTo>
                  <a:pt x="1682114" y="31750"/>
                </a:lnTo>
                <a:close/>
              </a:path>
              <a:path w="1758314" h="76200">
                <a:moveTo>
                  <a:pt x="1745614" y="31750"/>
                </a:moveTo>
                <a:lnTo>
                  <a:pt x="1694814" y="31750"/>
                </a:lnTo>
                <a:lnTo>
                  <a:pt x="1694814" y="44450"/>
                </a:lnTo>
                <a:lnTo>
                  <a:pt x="1745614" y="44450"/>
                </a:lnTo>
                <a:lnTo>
                  <a:pt x="1758314" y="38100"/>
                </a:lnTo>
                <a:lnTo>
                  <a:pt x="1745614" y="31750"/>
                </a:lnTo>
                <a:close/>
              </a:path>
            </a:pathLst>
          </a:custGeom>
          <a:solidFill>
            <a:srgbClr val="000000"/>
          </a:solidFill>
        </p:spPr>
        <p:txBody>
          <a:bodyPr wrap="square" lIns="0" tIns="0" rIns="0" bIns="0" rtlCol="0"/>
          <a:lstStyle/>
          <a:p>
            <a:endParaRPr/>
          </a:p>
        </p:txBody>
      </p:sp>
      <p:sp>
        <p:nvSpPr>
          <p:cNvPr id="10" name="object 63">
            <a:extLst>
              <a:ext uri="{FF2B5EF4-FFF2-40B4-BE49-F238E27FC236}">
                <a16:creationId xmlns:a16="http://schemas.microsoft.com/office/drawing/2014/main" id="{4601CBDA-CF6C-DA98-1398-C31497498862}"/>
              </a:ext>
            </a:extLst>
          </p:cNvPr>
          <p:cNvSpPr txBox="1"/>
          <p:nvPr/>
        </p:nvSpPr>
        <p:spPr>
          <a:xfrm>
            <a:off x="2939643" y="5090491"/>
            <a:ext cx="577850" cy="454025"/>
          </a:xfrm>
          <a:prstGeom prst="rect">
            <a:avLst/>
          </a:prstGeom>
        </p:spPr>
        <p:txBody>
          <a:bodyPr vert="horz" wrap="square" lIns="0" tIns="13335" rIns="0" bIns="0" rtlCol="0">
            <a:spAutoFit/>
          </a:bodyPr>
          <a:lstStyle/>
          <a:p>
            <a:pPr marR="3175" algn="ctr">
              <a:lnSpc>
                <a:spcPct val="100000"/>
              </a:lnSpc>
              <a:spcBef>
                <a:spcPts val="105"/>
              </a:spcBef>
            </a:pPr>
            <a:r>
              <a:rPr lang="es-ES" sz="1400" dirty="0">
                <a:latin typeface="Calibri"/>
                <a:cs typeface="Calibri"/>
              </a:rPr>
              <a:t>g</a:t>
            </a:r>
            <a:endParaRPr sz="1400" dirty="0">
              <a:latin typeface="Calibri"/>
              <a:cs typeface="Calibri"/>
            </a:endParaRPr>
          </a:p>
          <a:p>
            <a:pPr marR="5080" algn="ctr">
              <a:lnSpc>
                <a:spcPct val="100000"/>
              </a:lnSpc>
              <a:spcBef>
                <a:spcPts val="5"/>
              </a:spcBef>
            </a:pPr>
            <a:r>
              <a:rPr sz="1400" spc="-10" dirty="0">
                <a:latin typeface="Calibri"/>
                <a:cs typeface="Calibri"/>
              </a:rPr>
              <a:t>(</a:t>
            </a:r>
            <a:r>
              <a:rPr lang="es-ES" sz="1400" spc="-10" dirty="0">
                <a:latin typeface="Calibri"/>
                <a:cs typeface="Calibri"/>
              </a:rPr>
              <a:t>gap</a:t>
            </a:r>
            <a:r>
              <a:rPr sz="1400" dirty="0">
                <a:latin typeface="Calibri"/>
                <a:cs typeface="Calibri"/>
              </a:rPr>
              <a:t>)</a:t>
            </a:r>
          </a:p>
        </p:txBody>
      </p:sp>
      <p:sp>
        <p:nvSpPr>
          <p:cNvPr id="11" name="object 62">
            <a:extLst>
              <a:ext uri="{FF2B5EF4-FFF2-40B4-BE49-F238E27FC236}">
                <a16:creationId xmlns:a16="http://schemas.microsoft.com/office/drawing/2014/main" id="{F1DAA8E2-74AD-BD39-C248-2324458F6D54}"/>
              </a:ext>
            </a:extLst>
          </p:cNvPr>
          <p:cNvSpPr/>
          <p:nvPr/>
        </p:nvSpPr>
        <p:spPr>
          <a:xfrm>
            <a:off x="7448782" y="4331380"/>
            <a:ext cx="67949" cy="610424"/>
          </a:xfrm>
          <a:custGeom>
            <a:avLst/>
            <a:gdLst/>
            <a:ahLst/>
            <a:cxnLst/>
            <a:rect l="l" t="t" r="r" b="b"/>
            <a:pathLst>
              <a:path w="76200" h="986155">
                <a:moveTo>
                  <a:pt x="31750" y="909827"/>
                </a:moveTo>
                <a:lnTo>
                  <a:pt x="0" y="909827"/>
                </a:lnTo>
                <a:lnTo>
                  <a:pt x="38100" y="986027"/>
                </a:lnTo>
                <a:lnTo>
                  <a:pt x="69850" y="922527"/>
                </a:lnTo>
                <a:lnTo>
                  <a:pt x="31750" y="922527"/>
                </a:lnTo>
                <a:lnTo>
                  <a:pt x="31750" y="909827"/>
                </a:lnTo>
                <a:close/>
              </a:path>
              <a:path w="76200" h="986155">
                <a:moveTo>
                  <a:pt x="44450" y="63500"/>
                </a:moveTo>
                <a:lnTo>
                  <a:pt x="31750" y="63500"/>
                </a:lnTo>
                <a:lnTo>
                  <a:pt x="31750" y="922527"/>
                </a:lnTo>
                <a:lnTo>
                  <a:pt x="44450" y="922527"/>
                </a:lnTo>
                <a:lnTo>
                  <a:pt x="44450" y="63500"/>
                </a:lnTo>
                <a:close/>
              </a:path>
              <a:path w="76200" h="986155">
                <a:moveTo>
                  <a:pt x="76200" y="909827"/>
                </a:moveTo>
                <a:lnTo>
                  <a:pt x="44450" y="909827"/>
                </a:lnTo>
                <a:lnTo>
                  <a:pt x="44450" y="922527"/>
                </a:lnTo>
                <a:lnTo>
                  <a:pt x="69850" y="922527"/>
                </a:lnTo>
                <a:lnTo>
                  <a:pt x="76200" y="909827"/>
                </a:lnTo>
                <a:close/>
              </a:path>
              <a:path w="76200" h="986155">
                <a:moveTo>
                  <a:pt x="38100" y="0"/>
                </a:moveTo>
                <a:lnTo>
                  <a:pt x="0" y="76200"/>
                </a:lnTo>
                <a:lnTo>
                  <a:pt x="31750" y="76200"/>
                </a:lnTo>
                <a:lnTo>
                  <a:pt x="31750" y="63500"/>
                </a:lnTo>
                <a:lnTo>
                  <a:pt x="69850" y="63500"/>
                </a:lnTo>
                <a:lnTo>
                  <a:pt x="38100" y="0"/>
                </a:lnTo>
                <a:close/>
              </a:path>
              <a:path w="76200" h="986155">
                <a:moveTo>
                  <a:pt x="69850" y="63500"/>
                </a:moveTo>
                <a:lnTo>
                  <a:pt x="44450" y="63500"/>
                </a:lnTo>
                <a:lnTo>
                  <a:pt x="44450" y="76200"/>
                </a:lnTo>
                <a:lnTo>
                  <a:pt x="76200" y="76200"/>
                </a:lnTo>
                <a:lnTo>
                  <a:pt x="69850" y="63500"/>
                </a:lnTo>
                <a:close/>
              </a:path>
            </a:pathLst>
          </a:custGeom>
          <a:solidFill>
            <a:srgbClr val="000000"/>
          </a:solidFill>
        </p:spPr>
        <p:txBody>
          <a:bodyPr wrap="square" lIns="0" tIns="0" rIns="0" bIns="0" rtlCol="0"/>
          <a:lstStyle/>
          <a:p>
            <a:endParaRPr/>
          </a:p>
        </p:txBody>
      </p:sp>
      <p:sp>
        <p:nvSpPr>
          <p:cNvPr id="12" name="object 63">
            <a:extLst>
              <a:ext uri="{FF2B5EF4-FFF2-40B4-BE49-F238E27FC236}">
                <a16:creationId xmlns:a16="http://schemas.microsoft.com/office/drawing/2014/main" id="{FCE9BE8C-E2F4-7CBE-236B-A2E5451F5C01}"/>
              </a:ext>
            </a:extLst>
          </p:cNvPr>
          <p:cNvSpPr txBox="1"/>
          <p:nvPr/>
        </p:nvSpPr>
        <p:spPr>
          <a:xfrm>
            <a:off x="6882764" y="4389164"/>
            <a:ext cx="577850" cy="454025"/>
          </a:xfrm>
          <a:prstGeom prst="rect">
            <a:avLst/>
          </a:prstGeom>
        </p:spPr>
        <p:txBody>
          <a:bodyPr vert="horz" wrap="square" lIns="0" tIns="13335" rIns="0" bIns="0" rtlCol="0">
            <a:spAutoFit/>
          </a:bodyPr>
          <a:lstStyle/>
          <a:p>
            <a:pPr marR="3175" algn="ctr">
              <a:lnSpc>
                <a:spcPct val="100000"/>
              </a:lnSpc>
              <a:spcBef>
                <a:spcPts val="105"/>
              </a:spcBef>
            </a:pPr>
            <a:r>
              <a:rPr sz="1400" dirty="0">
                <a:latin typeface="Calibri"/>
                <a:cs typeface="Calibri"/>
              </a:rPr>
              <a:t>h</a:t>
            </a:r>
          </a:p>
          <a:p>
            <a:pPr marR="5080" algn="ctr">
              <a:lnSpc>
                <a:spcPct val="100000"/>
              </a:lnSpc>
              <a:spcBef>
                <a:spcPts val="5"/>
              </a:spcBef>
            </a:pPr>
            <a:r>
              <a:rPr sz="1400" spc="-10" dirty="0">
                <a:latin typeface="Calibri"/>
                <a:cs typeface="Calibri"/>
              </a:rPr>
              <a:t>(h</a:t>
            </a:r>
            <a:r>
              <a:rPr sz="1400" dirty="0">
                <a:latin typeface="Calibri"/>
                <a:cs typeface="Calibri"/>
              </a:rPr>
              <a:t>eig</a:t>
            </a:r>
            <a:r>
              <a:rPr sz="1400" spc="-25" dirty="0">
                <a:latin typeface="Calibri"/>
                <a:cs typeface="Calibri"/>
              </a:rPr>
              <a:t>h</a:t>
            </a:r>
            <a:r>
              <a:rPr sz="1400" spc="-5" dirty="0">
                <a:latin typeface="Calibri"/>
                <a:cs typeface="Calibri"/>
              </a:rPr>
              <a:t>t</a:t>
            </a:r>
            <a:r>
              <a:rPr sz="1400" dirty="0">
                <a:latin typeface="Calibri"/>
                <a:cs typeface="Calibri"/>
              </a:rPr>
              <a:t>)</a:t>
            </a: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1F74687F-7302-3F32-F9D1-0566D05F33AE}"/>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78335A49-ACE2-C055-50CA-8DD755D2E76D}"/>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6" name="Título 4">
            <a:extLst>
              <a:ext uri="{FF2B5EF4-FFF2-40B4-BE49-F238E27FC236}">
                <a16:creationId xmlns:a16="http://schemas.microsoft.com/office/drawing/2014/main" id="{AF6692CA-D0D0-2BAF-E673-933E02AE2BB8}"/>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Directional coupler</a:t>
            </a:r>
          </a:p>
        </p:txBody>
      </p:sp>
    </p:spTree>
    <p:extLst>
      <p:ext uri="{BB962C8B-B14F-4D97-AF65-F5344CB8AC3E}">
        <p14:creationId xmlns:p14="http://schemas.microsoft.com/office/powerpoint/2010/main" val="1640019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 – Directional coupler length and coupling coefficient</a:t>
            </a:r>
            <a:br>
              <a:rPr lang="en-US" sz="2500" spc="-5" dirty="0">
                <a:latin typeface="+mj-lt"/>
                <a:cs typeface="Lucida Sans"/>
              </a:rPr>
            </a:br>
            <a:r>
              <a:rPr lang="en-US" b="0" dirty="0"/>
              <a:t>Wavelength 1.5 µm – width 1.2 µm – gap 0.6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7465852" y="1418371"/>
            <a:ext cx="4214357" cy="3816429"/>
          </a:xfrm>
          <a:prstGeom prst="rect">
            <a:avLst/>
          </a:prstGeom>
          <a:solidFill>
            <a:schemeClr val="bg1">
              <a:lumMod val="95000"/>
            </a:schemeClr>
          </a:solidFill>
          <a:ln w="28575">
            <a:solidFill>
              <a:srgbClr val="E0700D"/>
            </a:solidFill>
          </a:ln>
        </p:spPr>
        <p:txBody>
          <a:bodyPr wrap="square" rtlCol="0">
            <a:spAutoFit/>
          </a:bodyPr>
          <a:lstStyle/>
          <a:p>
            <a:pPr algn="just"/>
            <a:r>
              <a:rPr lang="en-US" sz="1400" b="1" dirty="0">
                <a:latin typeface="Arial" panose="020B0604020202020204" pitchFamily="34" charset="0"/>
                <a:cs typeface="Arial" panose="020B0604020202020204" pitchFamily="34" charset="0"/>
              </a:rPr>
              <a:t>Comment results (distance needed for a complete energy transfer between waveguides, distance needed for splitting power in half.. )</a:t>
            </a:r>
          </a:p>
          <a:p>
            <a:pPr algn="just"/>
            <a:endParaRPr lang="en-US" sz="1400" b="1" dirty="0">
              <a:latin typeface="Arial" panose="020B0604020202020204" pitchFamily="34" charset="0"/>
              <a:cs typeface="Arial" panose="020B0604020202020204" pitchFamily="34" charset="0"/>
            </a:endParaRPr>
          </a:p>
          <a:p>
            <a:pPr algn="just"/>
            <a:r>
              <a:rPr lang="es-ES" altLang="es-ES" sz="1400" dirty="0">
                <a:solidFill>
                  <a:srgbClr val="000000"/>
                </a:solidFill>
              </a:rPr>
              <a:t>Cuando L=Lπ​, el coeficiente K=1 y toda la potencia se ha transferido a la segunda guía. En cambio, cuando L=Lπ/2, se obtiene K=0.5, lo que significa que la potencia se divide por igual entre las dos salidas (</a:t>
            </a:r>
            <a:r>
              <a:rPr lang="es-ES" altLang="es-ES" sz="1400" dirty="0" err="1">
                <a:solidFill>
                  <a:srgbClr val="000000"/>
                </a:solidFill>
              </a:rPr>
              <a:t>splitter</a:t>
            </a:r>
            <a:r>
              <a:rPr lang="es-ES" altLang="es-ES" sz="1400" dirty="0">
                <a:solidFill>
                  <a:srgbClr val="000000"/>
                </a:solidFill>
              </a:rPr>
              <a:t> 50/50). Por tanto, el análisis permite identificar dos distancias clave del dispositivo: Lπ​, necesaria para la transferencia completa de energía de una guía a otra, y Lπ/2, necesaria para dividir la potencia en mitades iguales.</a:t>
            </a:r>
            <a:endParaRPr lang="es-ES" altLang="es-ES" sz="1400" dirty="0"/>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21F754A5-65BC-14A3-5F55-75716FFA9027}"/>
              </a:ext>
            </a:extLst>
          </p:cNvPr>
          <p:cNvSpPr/>
          <p:nvPr/>
        </p:nvSpPr>
        <p:spPr>
          <a:xfrm>
            <a:off x="609441" y="1418372"/>
            <a:ext cx="6629559" cy="4830027"/>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Imagen 5" descr="Forma&#10;&#10;Descripción generada automáticamente con confianza media">
            <a:extLst>
              <a:ext uri="{FF2B5EF4-FFF2-40B4-BE49-F238E27FC236}">
                <a16:creationId xmlns:a16="http://schemas.microsoft.com/office/drawing/2014/main" id="{380A8455-6386-C7D5-7BB6-B79D8D91F0E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2588" y="1626040"/>
            <a:ext cx="3383313" cy="983682"/>
          </a:xfrm>
          <a:prstGeom prst="rect">
            <a:avLst/>
          </a:prstGeom>
        </p:spPr>
      </p:pic>
      <p:pic>
        <p:nvPicPr>
          <p:cNvPr id="4" name="Imagen 3">
            <a:extLst>
              <a:ext uri="{FF2B5EF4-FFF2-40B4-BE49-F238E27FC236}">
                <a16:creationId xmlns:a16="http://schemas.microsoft.com/office/drawing/2014/main" id="{1C7EBB1C-0AB1-32C8-5ADA-CB9765323D00}"/>
              </a:ext>
            </a:extLst>
          </p:cNvPr>
          <p:cNvPicPr>
            <a:picLocks noChangeAspect="1"/>
          </p:cNvPicPr>
          <p:nvPr/>
        </p:nvPicPr>
        <p:blipFill>
          <a:blip r:embed="rId6"/>
          <a:stretch>
            <a:fillRect/>
          </a:stretch>
        </p:blipFill>
        <p:spPr>
          <a:xfrm>
            <a:off x="695446" y="2658790"/>
            <a:ext cx="6372974" cy="3540541"/>
          </a:xfrm>
          <a:prstGeom prst="rect">
            <a:avLst/>
          </a:prstGeom>
        </p:spPr>
      </p:pic>
    </p:spTree>
    <p:extLst>
      <p:ext uri="{BB962C8B-B14F-4D97-AF65-F5344CB8AC3E}">
        <p14:creationId xmlns:p14="http://schemas.microsoft.com/office/powerpoint/2010/main" val="3663624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#2 – 2x2 Directional Coupler</a:t>
            </a:r>
            <a:br>
              <a:rPr lang="en-US" sz="2500" spc="-5" dirty="0">
                <a:latin typeface="+mj-lt"/>
                <a:cs typeface="Lucida Sans"/>
              </a:rPr>
            </a:br>
            <a:r>
              <a:rPr lang="en-US" b="0" dirty="0"/>
              <a:t>Width 0.6 - 1.6 µm (step 0.1 µm) – Wavelength 1.55 µm </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FBC7D187-267A-ADD4-764C-D3820B8ED302}"/>
              </a:ext>
            </a:extLst>
          </p:cNvPr>
          <p:cNvSpPr/>
          <p:nvPr/>
        </p:nvSpPr>
        <p:spPr>
          <a:xfrm>
            <a:off x="609441" y="1418373"/>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1EF5BFDA-8EC1-8C73-A932-F36C4DB93C73}"/>
              </a:ext>
            </a:extLst>
          </p:cNvPr>
          <p:cNvSpPr txBox="1"/>
          <p:nvPr/>
        </p:nvSpPr>
        <p:spPr>
          <a:xfrm>
            <a:off x="2286000" y="2671278"/>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output text here</a:t>
            </a:r>
          </a:p>
        </p:txBody>
      </p:sp>
    </p:spTree>
    <p:extLst>
      <p:ext uri="{BB962C8B-B14F-4D97-AF65-F5344CB8AC3E}">
        <p14:creationId xmlns:p14="http://schemas.microsoft.com/office/powerpoint/2010/main" val="1558326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C36BF-93DC-E555-77B3-3FD3FA9F5C8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58E379A-BD3C-8DEE-0F8B-2F5ACBBB4D85}"/>
              </a:ext>
            </a:extLst>
          </p:cNvPr>
          <p:cNvSpPr>
            <a:spLocks noGrp="1"/>
          </p:cNvSpPr>
          <p:nvPr>
            <p:ph type="title"/>
          </p:nvPr>
        </p:nvSpPr>
        <p:spPr/>
        <p:txBody>
          <a:bodyPr/>
          <a:lstStyle/>
          <a:p>
            <a:r>
              <a:rPr lang="es-ES" dirty="0" err="1"/>
              <a:t>Comments</a:t>
            </a:r>
            <a:r>
              <a:rPr lang="es-ES" dirty="0"/>
              <a:t> </a:t>
            </a:r>
            <a:r>
              <a:rPr lang="es-ES" dirty="0" err="1"/>
              <a:t>on</a:t>
            </a:r>
            <a:r>
              <a:rPr lang="es-ES" dirty="0"/>
              <a:t> </a:t>
            </a:r>
            <a:r>
              <a:rPr lang="es-ES" dirty="0" err="1"/>
              <a:t>Learning</a:t>
            </a:r>
            <a:r>
              <a:rPr lang="es-ES" dirty="0"/>
              <a:t> </a:t>
            </a:r>
            <a:r>
              <a:rPr lang="es-ES" dirty="0" err="1"/>
              <a:t>Outcome</a:t>
            </a:r>
            <a:r>
              <a:rPr lang="es-ES" dirty="0"/>
              <a:t> 2</a:t>
            </a:r>
          </a:p>
        </p:txBody>
      </p:sp>
      <p:sp>
        <p:nvSpPr>
          <p:cNvPr id="3" name="Marcador de texto 2">
            <a:extLst>
              <a:ext uri="{FF2B5EF4-FFF2-40B4-BE49-F238E27FC236}">
                <a16:creationId xmlns:a16="http://schemas.microsoft.com/office/drawing/2014/main" id="{2DA497EF-74E7-AC65-D9CF-0D2D3E106E6F}"/>
              </a:ext>
            </a:extLst>
          </p:cNvPr>
          <p:cNvSpPr>
            <a:spLocks noGrp="1"/>
          </p:cNvSpPr>
          <p:nvPr>
            <p:ph type="body" idx="1"/>
          </p:nvPr>
        </p:nvSpPr>
        <p:spPr>
          <a:xfrm>
            <a:off x="609600" y="2152910"/>
            <a:ext cx="10972800" cy="276999"/>
          </a:xfrm>
        </p:spPr>
        <p:txBody>
          <a:bodyPr/>
          <a:lstStyle/>
          <a:p>
            <a:r>
              <a:rPr lang="es-ES" dirty="0"/>
              <a:t> </a:t>
            </a:r>
          </a:p>
        </p:txBody>
      </p:sp>
      <p:sp>
        <p:nvSpPr>
          <p:cNvPr id="4" name="Marcador de pie de página 3">
            <a:extLst>
              <a:ext uri="{FF2B5EF4-FFF2-40B4-BE49-F238E27FC236}">
                <a16:creationId xmlns:a16="http://schemas.microsoft.com/office/drawing/2014/main" id="{854AED91-5833-3B75-A1BD-B045C3F5DB9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884EA614-6D4E-A405-BDC6-AF10852697EA}"/>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9" name="CuadroTexto 8">
            <a:extLst>
              <a:ext uri="{FF2B5EF4-FFF2-40B4-BE49-F238E27FC236}">
                <a16:creationId xmlns:a16="http://schemas.microsoft.com/office/drawing/2014/main" id="{5FB1641D-5CCD-FF78-2358-CEA60C757F99}"/>
              </a:ext>
            </a:extLst>
          </p:cNvPr>
          <p:cNvSpPr txBox="1"/>
          <p:nvPr/>
        </p:nvSpPr>
        <p:spPr>
          <a:xfrm>
            <a:off x="609600" y="721749"/>
            <a:ext cx="5638800" cy="2308324"/>
          </a:xfrm>
          <a:prstGeom prst="rect">
            <a:avLst/>
          </a:prstGeom>
          <a:noFill/>
        </p:spPr>
        <p:txBody>
          <a:bodyPr wrap="square">
            <a:spAutoFit/>
          </a:bodyPr>
          <a:lstStyle/>
          <a:p>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endParaRPr lang="es-ES" sz="1200" b="1" dirty="0">
              <a:latin typeface="Menlo" panose="020B0609030804020204" pitchFamily="49" charset="0"/>
            </a:endParaRP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47.0138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 </a:t>
            </a:r>
            <a:endParaRPr lang="es-ES" sz="1200" dirty="0">
              <a:latin typeface="Menlo" panose="020B0609030804020204" pitchFamily="49" charset="0"/>
            </a:endParaRPr>
          </a:p>
          <a:p>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0.9687 </a:t>
            </a:r>
          </a:p>
          <a:p>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0.9582 </a:t>
            </a:r>
          </a:p>
          <a:p>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0.1855</a:t>
            </a:r>
          </a:p>
          <a:p>
            <a:r>
              <a:rPr lang="es-ES" sz="1200" b="0" i="0" dirty="0">
                <a:effectLst/>
                <a:latin typeface="Menlo" panose="020B0609030804020204" pitchFamily="49" charset="0"/>
              </a:rPr>
              <a:t>------------------------ </a:t>
            </a:r>
            <a:endParaRPr lang="es-ES" sz="1200" dirty="0">
              <a:latin typeface="Menlo" panose="020B0609030804020204" pitchFamily="49" charset="0"/>
            </a:endParaRPr>
          </a:p>
          <a:p>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['0.4790', '0.4792’] </a:t>
            </a:r>
          </a:p>
          <a:p>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['0.4999', '0.5001']</a:t>
            </a:r>
            <a:endParaRPr lang="es-ES" sz="1200" dirty="0"/>
          </a:p>
        </p:txBody>
      </p:sp>
      <p:pic>
        <p:nvPicPr>
          <p:cNvPr id="10" name="Imagen 9">
            <a:extLst>
              <a:ext uri="{FF2B5EF4-FFF2-40B4-BE49-F238E27FC236}">
                <a16:creationId xmlns:a16="http://schemas.microsoft.com/office/drawing/2014/main" id="{8DFC2A62-7D11-5B7C-C8B8-B3FB81AF49FB}"/>
              </a:ext>
            </a:extLst>
          </p:cNvPr>
          <p:cNvPicPr>
            <a:picLocks noChangeAspect="1"/>
          </p:cNvPicPr>
          <p:nvPr/>
        </p:nvPicPr>
        <p:blipFill>
          <a:blip r:embed="rId2"/>
          <a:stretch>
            <a:fillRect/>
          </a:stretch>
        </p:blipFill>
        <p:spPr>
          <a:xfrm>
            <a:off x="4924659" y="1531909"/>
            <a:ext cx="5190334" cy="1311053"/>
          </a:xfrm>
          <a:prstGeom prst="rect">
            <a:avLst/>
          </a:prstGeom>
        </p:spPr>
      </p:pic>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819E4E22-9D27-6757-98A5-7A72AF9441F8}"/>
                  </a:ext>
                </a:extLst>
              </p:cNvPr>
              <p:cNvSpPr txBox="1"/>
              <p:nvPr/>
            </p:nvSpPr>
            <p:spPr>
              <a:xfrm>
                <a:off x="4800600" y="1028893"/>
                <a:ext cx="1905000" cy="369332"/>
              </a:xfrm>
              <a:prstGeom prst="rect">
                <a:avLst/>
              </a:prstGeom>
              <a:noFill/>
            </p:spPr>
            <p:txBody>
              <a:bodyPr wrap="square" rtlCol="0">
                <a:spAutoFit/>
              </a:bodyPr>
              <a:lstStyle/>
              <a:p>
                <a:r>
                  <a:rPr lang="es-ES" dirty="0"/>
                  <a:t>- </a:t>
                </a:r>
                <a:r>
                  <a:rPr lang="es-ES" dirty="0" err="1"/>
                  <a:t>Width</a:t>
                </a:r>
                <a:r>
                  <a:rPr lang="es-ES" dirty="0"/>
                  <a:t>: 0.6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p:sp>
            <p:nvSpPr>
              <p:cNvPr id="11" name="CuadroTexto 10">
                <a:extLst>
                  <a:ext uri="{FF2B5EF4-FFF2-40B4-BE49-F238E27FC236}">
                    <a16:creationId xmlns:a16="http://schemas.microsoft.com/office/drawing/2014/main" id="{819E4E22-9D27-6757-98A5-7A72AF9441F8}"/>
                  </a:ext>
                </a:extLst>
              </p:cNvPr>
              <p:cNvSpPr txBox="1">
                <a:spLocks noRot="1" noChangeAspect="1" noMove="1" noResize="1" noEditPoints="1" noAdjustHandles="1" noChangeArrowheads="1" noChangeShapeType="1" noTextEdit="1"/>
              </p:cNvSpPr>
              <p:nvPr/>
            </p:nvSpPr>
            <p:spPr>
              <a:xfrm>
                <a:off x="4800600" y="1028893"/>
                <a:ext cx="1905000" cy="369332"/>
              </a:xfrm>
              <a:prstGeom prst="rect">
                <a:avLst/>
              </a:prstGeom>
              <a:blipFill>
                <a:blip r:embed="rId3"/>
                <a:stretch>
                  <a:fillRect l="-3333" t="-10345" b="-31034"/>
                </a:stretch>
              </a:blipFill>
            </p:spPr>
            <p:txBody>
              <a:bodyPr/>
              <a:lstStyle/>
              <a:p>
                <a:r>
                  <a:rPr lang="es-ES">
                    <a:noFill/>
                  </a:rPr>
                  <a:t> </a:t>
                </a:r>
              </a:p>
            </p:txBody>
          </p:sp>
        </mc:Fallback>
      </mc:AlternateContent>
      <p:cxnSp>
        <p:nvCxnSpPr>
          <p:cNvPr id="13" name="Conector recto 12">
            <a:extLst>
              <a:ext uri="{FF2B5EF4-FFF2-40B4-BE49-F238E27FC236}">
                <a16:creationId xmlns:a16="http://schemas.microsoft.com/office/drawing/2014/main" id="{C11BE60A-5843-3A08-2C0E-46AED4B28A55}"/>
              </a:ext>
            </a:extLst>
          </p:cNvPr>
          <p:cNvCxnSpPr/>
          <p:nvPr/>
        </p:nvCxnSpPr>
        <p:spPr>
          <a:xfrm>
            <a:off x="304800" y="3733800"/>
            <a:ext cx="11353800" cy="0"/>
          </a:xfrm>
          <a:prstGeom prst="line">
            <a:avLst/>
          </a:prstGeom>
        </p:spPr>
        <p:style>
          <a:lnRef idx="1">
            <a:schemeClr val="dk1"/>
          </a:lnRef>
          <a:fillRef idx="0">
            <a:schemeClr val="dk1"/>
          </a:fillRef>
          <a:effectRef idx="0">
            <a:schemeClr val="dk1"/>
          </a:effectRef>
          <a:fontRef idx="minor">
            <a:schemeClr val="tx1"/>
          </a:fontRef>
        </p:style>
      </p:cxnSp>
      <p:sp>
        <p:nvSpPr>
          <p:cNvPr id="15" name="CuadroTexto 14">
            <a:extLst>
              <a:ext uri="{FF2B5EF4-FFF2-40B4-BE49-F238E27FC236}">
                <a16:creationId xmlns:a16="http://schemas.microsoft.com/office/drawing/2014/main" id="{B625806F-8422-A69B-2429-9AA6080A3CD2}"/>
              </a:ext>
            </a:extLst>
          </p:cNvPr>
          <p:cNvSpPr txBox="1"/>
          <p:nvPr/>
        </p:nvSpPr>
        <p:spPr>
          <a:xfrm>
            <a:off x="597249" y="3828312"/>
            <a:ext cx="6129494" cy="2308324"/>
          </a:xfrm>
          <a:prstGeom prst="rect">
            <a:avLst/>
          </a:prstGeom>
          <a:noFill/>
        </p:spPr>
        <p:txBody>
          <a:bodyPr wrap="square">
            <a:spAutoFit/>
          </a:bodyPr>
          <a:lstStyle/>
          <a:p>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64.0328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 </a:t>
            </a:r>
          </a:p>
          <a:p>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0.9842 </a:t>
            </a:r>
          </a:p>
          <a:p>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0.9738 </a:t>
            </a:r>
          </a:p>
          <a:p>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0.1153 </a:t>
            </a:r>
          </a:p>
          <a:p>
            <a:r>
              <a:rPr lang="es-ES" sz="1200" b="0" i="0" dirty="0">
                <a:effectLst/>
                <a:latin typeface="Menlo" panose="020B0609030804020204" pitchFamily="49" charset="0"/>
              </a:rPr>
              <a:t>------------------------ </a:t>
            </a:r>
          </a:p>
          <a:p>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['0.4870', '0.4868’] </a:t>
            </a:r>
          </a:p>
          <a:p>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['0.5001', '0.4999']</a:t>
            </a:r>
            <a:endParaRPr lang="es-ES" sz="1200" dirty="0"/>
          </a:p>
        </p:txBody>
      </p:sp>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93FDF45D-08DF-4584-0571-0964C652A395}"/>
                  </a:ext>
                </a:extLst>
              </p:cNvPr>
              <p:cNvSpPr txBox="1"/>
              <p:nvPr/>
            </p:nvSpPr>
            <p:spPr>
              <a:xfrm>
                <a:off x="4800600" y="4001299"/>
                <a:ext cx="6129494" cy="369332"/>
              </a:xfrm>
              <a:prstGeom prst="rect">
                <a:avLst/>
              </a:prstGeom>
              <a:noFill/>
            </p:spPr>
            <p:txBody>
              <a:bodyPr wrap="square">
                <a:spAutoFit/>
              </a:bodyPr>
              <a:lstStyle/>
              <a:p>
                <a:r>
                  <a:rPr lang="es-ES" dirty="0"/>
                  <a:t>- </a:t>
                </a:r>
                <a:r>
                  <a:rPr lang="es-ES" dirty="0" err="1"/>
                  <a:t>Width</a:t>
                </a:r>
                <a:r>
                  <a:rPr lang="es-ES" dirty="0"/>
                  <a:t>: 0.7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p:sp>
            <p:nvSpPr>
              <p:cNvPr id="17" name="CuadroTexto 16">
                <a:extLst>
                  <a:ext uri="{FF2B5EF4-FFF2-40B4-BE49-F238E27FC236}">
                    <a16:creationId xmlns:a16="http://schemas.microsoft.com/office/drawing/2014/main" id="{93FDF45D-08DF-4584-0571-0964C652A395}"/>
                  </a:ext>
                </a:extLst>
              </p:cNvPr>
              <p:cNvSpPr txBox="1">
                <a:spLocks noRot="1" noChangeAspect="1" noMove="1" noResize="1" noEditPoints="1" noAdjustHandles="1" noChangeArrowheads="1" noChangeShapeType="1" noTextEdit="1"/>
              </p:cNvSpPr>
              <p:nvPr/>
            </p:nvSpPr>
            <p:spPr>
              <a:xfrm>
                <a:off x="4800600" y="4001299"/>
                <a:ext cx="6129494" cy="369332"/>
              </a:xfrm>
              <a:prstGeom prst="rect">
                <a:avLst/>
              </a:prstGeom>
              <a:blipFill>
                <a:blip r:embed="rId4"/>
                <a:stretch>
                  <a:fillRect l="-1035" t="-6452" b="-22581"/>
                </a:stretch>
              </a:blipFill>
            </p:spPr>
            <p:txBody>
              <a:bodyPr/>
              <a:lstStyle/>
              <a:p>
                <a:r>
                  <a:rPr lang="es-ES">
                    <a:noFill/>
                  </a:rPr>
                  <a:t> </a:t>
                </a:r>
              </a:p>
            </p:txBody>
          </p:sp>
        </mc:Fallback>
      </mc:AlternateContent>
      <p:pic>
        <p:nvPicPr>
          <p:cNvPr id="18" name="Imagen 17">
            <a:extLst>
              <a:ext uri="{FF2B5EF4-FFF2-40B4-BE49-F238E27FC236}">
                <a16:creationId xmlns:a16="http://schemas.microsoft.com/office/drawing/2014/main" id="{8E041210-043B-3765-75F7-06002BE79EF8}"/>
              </a:ext>
            </a:extLst>
          </p:cNvPr>
          <p:cNvPicPr>
            <a:picLocks noChangeAspect="1"/>
          </p:cNvPicPr>
          <p:nvPr/>
        </p:nvPicPr>
        <p:blipFill>
          <a:blip r:embed="rId5"/>
          <a:stretch>
            <a:fillRect/>
          </a:stretch>
        </p:blipFill>
        <p:spPr>
          <a:xfrm>
            <a:off x="4800600" y="4669670"/>
            <a:ext cx="5987391" cy="1367363"/>
          </a:xfrm>
          <a:prstGeom prst="rect">
            <a:avLst/>
          </a:prstGeom>
        </p:spPr>
      </p:pic>
    </p:spTree>
    <p:extLst>
      <p:ext uri="{BB962C8B-B14F-4D97-AF65-F5344CB8AC3E}">
        <p14:creationId xmlns:p14="http://schemas.microsoft.com/office/powerpoint/2010/main" val="22688548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E3148-B6E6-B76B-7B19-71AC3573231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57E5B46-C704-2F0B-CFD8-0BC78912720D}"/>
              </a:ext>
            </a:extLst>
          </p:cNvPr>
          <p:cNvSpPr>
            <a:spLocks noGrp="1"/>
          </p:cNvSpPr>
          <p:nvPr>
            <p:ph type="title"/>
          </p:nvPr>
        </p:nvSpPr>
        <p:spPr>
          <a:xfrm>
            <a:off x="590550" y="267436"/>
            <a:ext cx="10991850" cy="307777"/>
          </a:xfrm>
        </p:spPr>
        <p:txBody>
          <a:bodyPr/>
          <a:lstStyle/>
          <a:p>
            <a:r>
              <a:rPr lang="es-ES" dirty="0" err="1"/>
              <a:t>Comments</a:t>
            </a:r>
            <a:r>
              <a:rPr lang="es-ES" dirty="0"/>
              <a:t> </a:t>
            </a:r>
            <a:r>
              <a:rPr lang="es-ES" dirty="0" err="1"/>
              <a:t>on</a:t>
            </a:r>
            <a:r>
              <a:rPr lang="es-ES" dirty="0"/>
              <a:t> </a:t>
            </a:r>
            <a:r>
              <a:rPr lang="es-ES" dirty="0" err="1"/>
              <a:t>Learning</a:t>
            </a:r>
            <a:r>
              <a:rPr lang="es-ES" dirty="0"/>
              <a:t> </a:t>
            </a:r>
            <a:r>
              <a:rPr lang="es-ES" dirty="0" err="1"/>
              <a:t>Outcome</a:t>
            </a:r>
            <a:r>
              <a:rPr lang="es-ES" dirty="0"/>
              <a:t> 2</a:t>
            </a:r>
          </a:p>
        </p:txBody>
      </p:sp>
      <p:sp>
        <p:nvSpPr>
          <p:cNvPr id="3" name="Marcador de texto 2">
            <a:extLst>
              <a:ext uri="{FF2B5EF4-FFF2-40B4-BE49-F238E27FC236}">
                <a16:creationId xmlns:a16="http://schemas.microsoft.com/office/drawing/2014/main" id="{265617AB-2656-CCC7-5D66-C42821D569CC}"/>
              </a:ext>
            </a:extLst>
          </p:cNvPr>
          <p:cNvSpPr>
            <a:spLocks noGrp="1"/>
          </p:cNvSpPr>
          <p:nvPr>
            <p:ph type="body" idx="1"/>
          </p:nvPr>
        </p:nvSpPr>
        <p:spPr>
          <a:xfrm>
            <a:off x="609600" y="2152910"/>
            <a:ext cx="10972800" cy="276999"/>
          </a:xfrm>
        </p:spPr>
        <p:txBody>
          <a:bodyPr/>
          <a:lstStyle/>
          <a:p>
            <a:r>
              <a:rPr lang="es-ES" dirty="0"/>
              <a:t> </a:t>
            </a:r>
          </a:p>
        </p:txBody>
      </p:sp>
      <p:sp>
        <p:nvSpPr>
          <p:cNvPr id="4" name="Marcador de pie de página 3">
            <a:extLst>
              <a:ext uri="{FF2B5EF4-FFF2-40B4-BE49-F238E27FC236}">
                <a16:creationId xmlns:a16="http://schemas.microsoft.com/office/drawing/2014/main" id="{1178175C-A7C8-A292-2C35-EFF4929CD18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BB5DB1F9-8A68-7789-7677-CF2DDA947E7C}"/>
              </a:ext>
            </a:extLst>
          </p:cNvPr>
          <p:cNvSpPr>
            <a:spLocks noGrp="1"/>
          </p:cNvSpPr>
          <p:nvPr>
            <p:ph type="sldNum" sz="quarter" idx="7"/>
          </p:nvPr>
        </p:nvSpPr>
        <p:spPr/>
        <p:txBody>
          <a:bodyPr/>
          <a:lstStyle/>
          <a:p>
            <a:fld id="{B6F15528-21DE-4FAA-801E-634DDDAF4B2B}" type="slidenum">
              <a:rPr lang="es-ES" smtClean="0"/>
              <a:t>7</a:t>
            </a:fld>
            <a:endParaRPr lang="es-ES"/>
          </a:p>
        </p:txBody>
      </p:sp>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EDFEFE72-0D61-EFF3-131A-0402443DBC58}"/>
                  </a:ext>
                </a:extLst>
              </p:cNvPr>
              <p:cNvSpPr txBox="1"/>
              <p:nvPr/>
            </p:nvSpPr>
            <p:spPr>
              <a:xfrm>
                <a:off x="4800600" y="1028893"/>
                <a:ext cx="1905000" cy="369332"/>
              </a:xfrm>
              <a:prstGeom prst="rect">
                <a:avLst/>
              </a:prstGeom>
              <a:noFill/>
            </p:spPr>
            <p:txBody>
              <a:bodyPr wrap="square" rtlCol="0">
                <a:spAutoFit/>
              </a:bodyPr>
              <a:lstStyle/>
              <a:p>
                <a:r>
                  <a:rPr lang="es-ES" dirty="0"/>
                  <a:t>- </a:t>
                </a:r>
                <a:r>
                  <a:rPr lang="es-ES" dirty="0" err="1"/>
                  <a:t>Width</a:t>
                </a:r>
                <a:r>
                  <a:rPr lang="es-ES" dirty="0"/>
                  <a:t>: 0.8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p:sp>
            <p:nvSpPr>
              <p:cNvPr id="11" name="CuadroTexto 10">
                <a:extLst>
                  <a:ext uri="{FF2B5EF4-FFF2-40B4-BE49-F238E27FC236}">
                    <a16:creationId xmlns:a16="http://schemas.microsoft.com/office/drawing/2014/main" id="{EDFEFE72-0D61-EFF3-131A-0402443DBC58}"/>
                  </a:ext>
                </a:extLst>
              </p:cNvPr>
              <p:cNvSpPr txBox="1">
                <a:spLocks noRot="1" noChangeAspect="1" noMove="1" noResize="1" noEditPoints="1" noAdjustHandles="1" noChangeArrowheads="1" noChangeShapeType="1" noTextEdit="1"/>
              </p:cNvSpPr>
              <p:nvPr/>
            </p:nvSpPr>
            <p:spPr>
              <a:xfrm>
                <a:off x="4800600" y="1028893"/>
                <a:ext cx="1905000" cy="369332"/>
              </a:xfrm>
              <a:prstGeom prst="rect">
                <a:avLst/>
              </a:prstGeom>
              <a:blipFill>
                <a:blip r:embed="rId2"/>
                <a:stretch>
                  <a:fillRect l="-3333" t="-10345" b="-31034"/>
                </a:stretch>
              </a:blipFill>
            </p:spPr>
            <p:txBody>
              <a:bodyPr/>
              <a:lstStyle/>
              <a:p>
                <a:r>
                  <a:rPr lang="es-ES">
                    <a:noFill/>
                  </a:rPr>
                  <a:t> </a:t>
                </a:r>
              </a:p>
            </p:txBody>
          </p:sp>
        </mc:Fallback>
      </mc:AlternateContent>
      <p:cxnSp>
        <p:nvCxnSpPr>
          <p:cNvPr id="13" name="Conector recto 12">
            <a:extLst>
              <a:ext uri="{FF2B5EF4-FFF2-40B4-BE49-F238E27FC236}">
                <a16:creationId xmlns:a16="http://schemas.microsoft.com/office/drawing/2014/main" id="{7A8B76FB-ACC0-1048-0BA4-BA72FF44C1A5}"/>
              </a:ext>
            </a:extLst>
          </p:cNvPr>
          <p:cNvCxnSpPr/>
          <p:nvPr/>
        </p:nvCxnSpPr>
        <p:spPr>
          <a:xfrm>
            <a:off x="304800" y="3733800"/>
            <a:ext cx="1135380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6C917E0F-9EB2-20D8-7275-16A87B768D38}"/>
                  </a:ext>
                </a:extLst>
              </p:cNvPr>
              <p:cNvSpPr txBox="1"/>
              <p:nvPr/>
            </p:nvSpPr>
            <p:spPr>
              <a:xfrm>
                <a:off x="4800600" y="4001299"/>
                <a:ext cx="6129494" cy="369332"/>
              </a:xfrm>
              <a:prstGeom prst="rect">
                <a:avLst/>
              </a:prstGeom>
              <a:noFill/>
            </p:spPr>
            <p:txBody>
              <a:bodyPr wrap="square">
                <a:spAutoFit/>
              </a:bodyPr>
              <a:lstStyle/>
              <a:p>
                <a:r>
                  <a:rPr lang="es-ES" dirty="0"/>
                  <a:t>- </a:t>
                </a:r>
                <a:r>
                  <a:rPr lang="es-ES" dirty="0" err="1"/>
                  <a:t>Width</a:t>
                </a:r>
                <a:r>
                  <a:rPr lang="es-ES" dirty="0"/>
                  <a:t>: 0.9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p:sp>
            <p:nvSpPr>
              <p:cNvPr id="17" name="CuadroTexto 16">
                <a:extLst>
                  <a:ext uri="{FF2B5EF4-FFF2-40B4-BE49-F238E27FC236}">
                    <a16:creationId xmlns:a16="http://schemas.microsoft.com/office/drawing/2014/main" id="{6C917E0F-9EB2-20D8-7275-16A87B768D38}"/>
                  </a:ext>
                </a:extLst>
              </p:cNvPr>
              <p:cNvSpPr txBox="1">
                <a:spLocks noRot="1" noChangeAspect="1" noMove="1" noResize="1" noEditPoints="1" noAdjustHandles="1" noChangeArrowheads="1" noChangeShapeType="1" noTextEdit="1"/>
              </p:cNvSpPr>
              <p:nvPr/>
            </p:nvSpPr>
            <p:spPr>
              <a:xfrm>
                <a:off x="4800600" y="4001299"/>
                <a:ext cx="6129494" cy="369332"/>
              </a:xfrm>
              <a:prstGeom prst="rect">
                <a:avLst/>
              </a:prstGeom>
              <a:blipFill>
                <a:blip r:embed="rId3"/>
                <a:stretch>
                  <a:fillRect l="-1035" t="-6452" b="-22581"/>
                </a:stretch>
              </a:blipFill>
            </p:spPr>
            <p:txBody>
              <a:bodyPr/>
              <a:lstStyle/>
              <a:p>
                <a:r>
                  <a:rPr lang="es-ES">
                    <a:noFill/>
                  </a:rPr>
                  <a:t> </a:t>
                </a:r>
              </a:p>
            </p:txBody>
          </p:sp>
        </mc:Fallback>
      </mc:AlternateContent>
      <p:sp>
        <p:nvSpPr>
          <p:cNvPr id="7" name="CuadroTexto 6">
            <a:extLst>
              <a:ext uri="{FF2B5EF4-FFF2-40B4-BE49-F238E27FC236}">
                <a16:creationId xmlns:a16="http://schemas.microsoft.com/office/drawing/2014/main" id="{DDA41ED5-EA5B-9BC3-CE49-9C2EFF32D70A}"/>
              </a:ext>
            </a:extLst>
          </p:cNvPr>
          <p:cNvSpPr txBox="1"/>
          <p:nvPr/>
        </p:nvSpPr>
        <p:spPr>
          <a:xfrm>
            <a:off x="576106" y="743120"/>
            <a:ext cx="3691094" cy="2308324"/>
          </a:xfrm>
          <a:prstGeom prst="rect">
            <a:avLst/>
          </a:prstGeom>
          <a:noFill/>
        </p:spPr>
        <p:txBody>
          <a:bodyPr wrap="square">
            <a:spAutoFit/>
          </a:bodyPr>
          <a:lstStyle/>
          <a:p>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86.9820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 </a:t>
            </a:r>
          </a:p>
          <a:p>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0.9881 </a:t>
            </a:r>
          </a:p>
          <a:p>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0.9777 </a:t>
            </a:r>
          </a:p>
          <a:p>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0.0981 </a:t>
            </a:r>
          </a:p>
          <a:p>
            <a:r>
              <a:rPr lang="es-ES" sz="1200" b="0" i="0" dirty="0">
                <a:effectLst/>
                <a:latin typeface="Menlo" panose="020B0609030804020204" pitchFamily="49" charset="0"/>
              </a:rPr>
              <a:t>------------------------ </a:t>
            </a:r>
          </a:p>
          <a:p>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['0.4887', '0.4890’] </a:t>
            </a:r>
          </a:p>
          <a:p>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['0.4998', '0.5002']</a:t>
            </a:r>
            <a:endParaRPr lang="es-ES" sz="1200" dirty="0"/>
          </a:p>
        </p:txBody>
      </p:sp>
      <p:pic>
        <p:nvPicPr>
          <p:cNvPr id="8" name="Imagen 7">
            <a:extLst>
              <a:ext uri="{FF2B5EF4-FFF2-40B4-BE49-F238E27FC236}">
                <a16:creationId xmlns:a16="http://schemas.microsoft.com/office/drawing/2014/main" id="{E68E7496-AB4A-8C15-3DD0-E95EFD617051}"/>
              </a:ext>
            </a:extLst>
          </p:cNvPr>
          <p:cNvPicPr>
            <a:picLocks noChangeAspect="1"/>
          </p:cNvPicPr>
          <p:nvPr/>
        </p:nvPicPr>
        <p:blipFill>
          <a:blip r:embed="rId4"/>
          <a:stretch>
            <a:fillRect/>
          </a:stretch>
        </p:blipFill>
        <p:spPr>
          <a:xfrm>
            <a:off x="4807610" y="1779017"/>
            <a:ext cx="6234384" cy="1315908"/>
          </a:xfrm>
          <a:prstGeom prst="rect">
            <a:avLst/>
          </a:prstGeom>
        </p:spPr>
      </p:pic>
      <p:sp>
        <p:nvSpPr>
          <p:cNvPr id="14" name="CuadroTexto 13">
            <a:extLst>
              <a:ext uri="{FF2B5EF4-FFF2-40B4-BE49-F238E27FC236}">
                <a16:creationId xmlns:a16="http://schemas.microsoft.com/office/drawing/2014/main" id="{22F7E00C-F421-24ED-86EB-69A7CF1A5477}"/>
              </a:ext>
            </a:extLst>
          </p:cNvPr>
          <p:cNvSpPr txBox="1"/>
          <p:nvPr/>
        </p:nvSpPr>
        <p:spPr>
          <a:xfrm>
            <a:off x="590550" y="3820826"/>
            <a:ext cx="3676650" cy="2308324"/>
          </a:xfrm>
          <a:prstGeom prst="rect">
            <a:avLst/>
          </a:prstGeom>
          <a:noFill/>
        </p:spPr>
        <p:txBody>
          <a:bodyPr wrap="square">
            <a:spAutoFit/>
          </a:bodyPr>
          <a:lstStyle/>
          <a:p>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117.8872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 </a:t>
            </a:r>
          </a:p>
          <a:p>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0.9832 </a:t>
            </a:r>
          </a:p>
          <a:p>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0.9729 </a:t>
            </a:r>
          </a:p>
          <a:p>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0.1194 </a:t>
            </a:r>
          </a:p>
          <a:p>
            <a:r>
              <a:rPr lang="es-ES" sz="1200" b="0" i="0" dirty="0">
                <a:effectLst/>
                <a:latin typeface="Menlo" panose="020B0609030804020204" pitchFamily="49" charset="0"/>
              </a:rPr>
              <a:t>------------------------ </a:t>
            </a:r>
          </a:p>
          <a:p>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['0.4864', '0.4865’] </a:t>
            </a:r>
          </a:p>
          <a:p>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['0.5000', '0.5000']</a:t>
            </a:r>
            <a:endParaRPr lang="es-ES" sz="1200" dirty="0"/>
          </a:p>
        </p:txBody>
      </p:sp>
      <p:pic>
        <p:nvPicPr>
          <p:cNvPr id="16" name="Imagen 15">
            <a:extLst>
              <a:ext uri="{FF2B5EF4-FFF2-40B4-BE49-F238E27FC236}">
                <a16:creationId xmlns:a16="http://schemas.microsoft.com/office/drawing/2014/main" id="{0E8119F3-B3E7-0B97-D580-AFA7D5DC7EA5}"/>
              </a:ext>
            </a:extLst>
          </p:cNvPr>
          <p:cNvPicPr>
            <a:picLocks noChangeAspect="1"/>
          </p:cNvPicPr>
          <p:nvPr/>
        </p:nvPicPr>
        <p:blipFill>
          <a:blip r:embed="rId5"/>
          <a:stretch>
            <a:fillRect/>
          </a:stretch>
        </p:blipFill>
        <p:spPr>
          <a:xfrm>
            <a:off x="4800600" y="4845324"/>
            <a:ext cx="6428549" cy="1267915"/>
          </a:xfrm>
          <a:prstGeom prst="rect">
            <a:avLst/>
          </a:prstGeom>
        </p:spPr>
      </p:pic>
    </p:spTree>
    <p:extLst>
      <p:ext uri="{BB962C8B-B14F-4D97-AF65-F5344CB8AC3E}">
        <p14:creationId xmlns:p14="http://schemas.microsoft.com/office/powerpoint/2010/main" val="4234468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DEFC2-63EA-7FB7-807D-942D89C94D3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83C76E0-6C6C-6CA8-49D8-E309C99EB388}"/>
              </a:ext>
            </a:extLst>
          </p:cNvPr>
          <p:cNvSpPr>
            <a:spLocks noGrp="1"/>
          </p:cNvSpPr>
          <p:nvPr>
            <p:ph type="title"/>
          </p:nvPr>
        </p:nvSpPr>
        <p:spPr>
          <a:xfrm>
            <a:off x="590550" y="267436"/>
            <a:ext cx="10991850" cy="307777"/>
          </a:xfrm>
        </p:spPr>
        <p:txBody>
          <a:bodyPr/>
          <a:lstStyle/>
          <a:p>
            <a:r>
              <a:rPr lang="es-ES" dirty="0" err="1"/>
              <a:t>Comments</a:t>
            </a:r>
            <a:r>
              <a:rPr lang="es-ES" dirty="0"/>
              <a:t> </a:t>
            </a:r>
            <a:r>
              <a:rPr lang="es-ES" dirty="0" err="1"/>
              <a:t>on</a:t>
            </a:r>
            <a:r>
              <a:rPr lang="es-ES" dirty="0"/>
              <a:t> </a:t>
            </a:r>
            <a:r>
              <a:rPr lang="es-ES" dirty="0" err="1"/>
              <a:t>Learning</a:t>
            </a:r>
            <a:r>
              <a:rPr lang="es-ES" dirty="0"/>
              <a:t> </a:t>
            </a:r>
            <a:r>
              <a:rPr lang="es-ES" dirty="0" err="1"/>
              <a:t>Outcome</a:t>
            </a:r>
            <a:r>
              <a:rPr lang="es-ES" dirty="0"/>
              <a:t> 2</a:t>
            </a:r>
          </a:p>
        </p:txBody>
      </p:sp>
      <p:sp>
        <p:nvSpPr>
          <p:cNvPr id="3" name="Marcador de texto 2">
            <a:extLst>
              <a:ext uri="{FF2B5EF4-FFF2-40B4-BE49-F238E27FC236}">
                <a16:creationId xmlns:a16="http://schemas.microsoft.com/office/drawing/2014/main" id="{4B7B592B-BC6A-6EDB-E335-07956849C334}"/>
              </a:ext>
            </a:extLst>
          </p:cNvPr>
          <p:cNvSpPr>
            <a:spLocks noGrp="1"/>
          </p:cNvSpPr>
          <p:nvPr>
            <p:ph type="body" idx="1"/>
          </p:nvPr>
        </p:nvSpPr>
        <p:spPr>
          <a:xfrm>
            <a:off x="609600" y="2152910"/>
            <a:ext cx="10972800" cy="276999"/>
          </a:xfrm>
        </p:spPr>
        <p:txBody>
          <a:bodyPr/>
          <a:lstStyle/>
          <a:p>
            <a:r>
              <a:rPr lang="es-ES" dirty="0"/>
              <a:t> </a:t>
            </a:r>
          </a:p>
        </p:txBody>
      </p:sp>
      <p:sp>
        <p:nvSpPr>
          <p:cNvPr id="4" name="Marcador de pie de página 3">
            <a:extLst>
              <a:ext uri="{FF2B5EF4-FFF2-40B4-BE49-F238E27FC236}">
                <a16:creationId xmlns:a16="http://schemas.microsoft.com/office/drawing/2014/main" id="{D8DD45FF-E73F-FBFA-2BAA-8CCE01EEF6E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47308A75-E4BB-E50F-8909-F304F8C6190D}"/>
              </a:ext>
            </a:extLst>
          </p:cNvPr>
          <p:cNvSpPr>
            <a:spLocks noGrp="1"/>
          </p:cNvSpPr>
          <p:nvPr>
            <p:ph type="sldNum" sz="quarter" idx="7"/>
          </p:nvPr>
        </p:nvSpPr>
        <p:spPr/>
        <p:txBody>
          <a:bodyPr/>
          <a:lstStyle/>
          <a:p>
            <a:fld id="{B6F15528-21DE-4FAA-801E-634DDDAF4B2B}" type="slidenum">
              <a:rPr lang="es-ES" smtClean="0"/>
              <a:t>8</a:t>
            </a:fld>
            <a:endParaRPr lang="es-ES"/>
          </a:p>
        </p:txBody>
      </p:sp>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A5DF3464-727D-D349-E630-FFC36E7E3F2E}"/>
                  </a:ext>
                </a:extLst>
              </p:cNvPr>
              <p:cNvSpPr txBox="1"/>
              <p:nvPr/>
            </p:nvSpPr>
            <p:spPr>
              <a:xfrm>
                <a:off x="4800600" y="1028893"/>
                <a:ext cx="1905000" cy="369332"/>
              </a:xfrm>
              <a:prstGeom prst="rect">
                <a:avLst/>
              </a:prstGeom>
              <a:noFill/>
            </p:spPr>
            <p:txBody>
              <a:bodyPr wrap="square" rtlCol="0">
                <a:spAutoFit/>
              </a:bodyPr>
              <a:lstStyle/>
              <a:p>
                <a:r>
                  <a:rPr lang="es-ES" dirty="0"/>
                  <a:t>- </a:t>
                </a:r>
                <a:r>
                  <a:rPr lang="es-ES" dirty="0" err="1"/>
                  <a:t>Width</a:t>
                </a:r>
                <a:r>
                  <a:rPr lang="es-ES" dirty="0"/>
                  <a:t>: 1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p:sp>
            <p:nvSpPr>
              <p:cNvPr id="11" name="CuadroTexto 10">
                <a:extLst>
                  <a:ext uri="{FF2B5EF4-FFF2-40B4-BE49-F238E27FC236}">
                    <a16:creationId xmlns:a16="http://schemas.microsoft.com/office/drawing/2014/main" id="{A5DF3464-727D-D349-E630-FFC36E7E3F2E}"/>
                  </a:ext>
                </a:extLst>
              </p:cNvPr>
              <p:cNvSpPr txBox="1">
                <a:spLocks noRot="1" noChangeAspect="1" noMove="1" noResize="1" noEditPoints="1" noAdjustHandles="1" noChangeArrowheads="1" noChangeShapeType="1" noTextEdit="1"/>
              </p:cNvSpPr>
              <p:nvPr/>
            </p:nvSpPr>
            <p:spPr>
              <a:xfrm>
                <a:off x="4800600" y="1028893"/>
                <a:ext cx="1905000" cy="369332"/>
              </a:xfrm>
              <a:prstGeom prst="rect">
                <a:avLst/>
              </a:prstGeom>
              <a:blipFill>
                <a:blip r:embed="rId2"/>
                <a:stretch>
                  <a:fillRect l="-3333" t="-10345" b="-31034"/>
                </a:stretch>
              </a:blipFill>
            </p:spPr>
            <p:txBody>
              <a:bodyPr/>
              <a:lstStyle/>
              <a:p>
                <a:r>
                  <a:rPr lang="es-ES">
                    <a:noFill/>
                  </a:rPr>
                  <a:t> </a:t>
                </a:r>
              </a:p>
            </p:txBody>
          </p:sp>
        </mc:Fallback>
      </mc:AlternateContent>
      <p:cxnSp>
        <p:nvCxnSpPr>
          <p:cNvPr id="13" name="Conector recto 12">
            <a:extLst>
              <a:ext uri="{FF2B5EF4-FFF2-40B4-BE49-F238E27FC236}">
                <a16:creationId xmlns:a16="http://schemas.microsoft.com/office/drawing/2014/main" id="{E6549F11-35DA-AF40-488C-FED088DA8852}"/>
              </a:ext>
            </a:extLst>
          </p:cNvPr>
          <p:cNvCxnSpPr/>
          <p:nvPr/>
        </p:nvCxnSpPr>
        <p:spPr>
          <a:xfrm>
            <a:off x="304800" y="3733800"/>
            <a:ext cx="1135380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E804F3A9-FFB9-1FCA-F271-7EA39E0F636F}"/>
                  </a:ext>
                </a:extLst>
              </p:cNvPr>
              <p:cNvSpPr txBox="1"/>
              <p:nvPr/>
            </p:nvSpPr>
            <p:spPr>
              <a:xfrm>
                <a:off x="4800600" y="4001299"/>
                <a:ext cx="6129494" cy="369332"/>
              </a:xfrm>
              <a:prstGeom prst="rect">
                <a:avLst/>
              </a:prstGeom>
              <a:noFill/>
            </p:spPr>
            <p:txBody>
              <a:bodyPr wrap="square">
                <a:spAutoFit/>
              </a:bodyPr>
              <a:lstStyle/>
              <a:p>
                <a:r>
                  <a:rPr lang="es-ES" dirty="0"/>
                  <a:t>- </a:t>
                </a:r>
                <a:r>
                  <a:rPr lang="es-ES" dirty="0" err="1"/>
                  <a:t>Width</a:t>
                </a:r>
                <a:r>
                  <a:rPr lang="es-ES" dirty="0"/>
                  <a:t>: 1.1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p:sp>
            <p:nvSpPr>
              <p:cNvPr id="17" name="CuadroTexto 16">
                <a:extLst>
                  <a:ext uri="{FF2B5EF4-FFF2-40B4-BE49-F238E27FC236}">
                    <a16:creationId xmlns:a16="http://schemas.microsoft.com/office/drawing/2014/main" id="{E804F3A9-FFB9-1FCA-F271-7EA39E0F636F}"/>
                  </a:ext>
                </a:extLst>
              </p:cNvPr>
              <p:cNvSpPr txBox="1">
                <a:spLocks noRot="1" noChangeAspect="1" noMove="1" noResize="1" noEditPoints="1" noAdjustHandles="1" noChangeArrowheads="1" noChangeShapeType="1" noTextEdit="1"/>
              </p:cNvSpPr>
              <p:nvPr/>
            </p:nvSpPr>
            <p:spPr>
              <a:xfrm>
                <a:off x="4800600" y="4001299"/>
                <a:ext cx="6129494" cy="369332"/>
              </a:xfrm>
              <a:prstGeom prst="rect">
                <a:avLst/>
              </a:prstGeom>
              <a:blipFill>
                <a:blip r:embed="rId3"/>
                <a:stretch>
                  <a:fillRect l="-1035" t="-6452" b="-22581"/>
                </a:stretch>
              </a:blipFill>
            </p:spPr>
            <p:txBody>
              <a:bodyPr/>
              <a:lstStyle/>
              <a:p>
                <a:r>
                  <a:rPr lang="es-ES">
                    <a:noFill/>
                  </a:rPr>
                  <a:t> </a:t>
                </a:r>
              </a:p>
            </p:txBody>
          </p:sp>
        </mc:Fallback>
      </mc:AlternateContent>
      <p:sp>
        <p:nvSpPr>
          <p:cNvPr id="14" name="CuadroTexto 13">
            <a:extLst>
              <a:ext uri="{FF2B5EF4-FFF2-40B4-BE49-F238E27FC236}">
                <a16:creationId xmlns:a16="http://schemas.microsoft.com/office/drawing/2014/main" id="{54F86740-65CD-8973-3D5B-BCD9BD4BF712}"/>
              </a:ext>
            </a:extLst>
          </p:cNvPr>
          <p:cNvSpPr txBox="1"/>
          <p:nvPr/>
        </p:nvSpPr>
        <p:spPr>
          <a:xfrm>
            <a:off x="590550" y="3820826"/>
            <a:ext cx="3676650" cy="276999"/>
          </a:xfrm>
          <a:prstGeom prst="rect">
            <a:avLst/>
          </a:prstGeom>
          <a:noFill/>
        </p:spPr>
        <p:txBody>
          <a:bodyPr wrap="square">
            <a:spAutoFit/>
          </a:bodyPr>
          <a:lstStyle/>
          <a:p>
            <a:endParaRPr lang="es-ES" sz="1200" dirty="0"/>
          </a:p>
        </p:txBody>
      </p:sp>
      <p:sp>
        <p:nvSpPr>
          <p:cNvPr id="9" name="CuadroTexto 8">
            <a:extLst>
              <a:ext uri="{FF2B5EF4-FFF2-40B4-BE49-F238E27FC236}">
                <a16:creationId xmlns:a16="http://schemas.microsoft.com/office/drawing/2014/main" id="{E7FC6A0A-6848-1DF3-4387-6425333F8963}"/>
              </a:ext>
            </a:extLst>
          </p:cNvPr>
          <p:cNvSpPr txBox="1"/>
          <p:nvPr/>
        </p:nvSpPr>
        <p:spPr>
          <a:xfrm>
            <a:off x="576106" y="851883"/>
            <a:ext cx="3919694" cy="2308324"/>
          </a:xfrm>
          <a:prstGeom prst="rect">
            <a:avLst/>
          </a:prstGeom>
          <a:noFill/>
        </p:spPr>
        <p:txBody>
          <a:bodyPr wrap="square">
            <a:spAutoFit/>
          </a:bodyPr>
          <a:lstStyle/>
          <a:p>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159.4421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 </a:t>
            </a:r>
          </a:p>
          <a:p>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0.9662 </a:t>
            </a:r>
          </a:p>
          <a:p>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0.9559 </a:t>
            </a:r>
          </a:p>
          <a:p>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0.1959 </a:t>
            </a:r>
          </a:p>
          <a:p>
            <a:r>
              <a:rPr lang="es-ES" sz="1200" b="0" i="0" dirty="0">
                <a:effectLst/>
                <a:latin typeface="Menlo" panose="020B0609030804020204" pitchFamily="49" charset="0"/>
              </a:rPr>
              <a:t>------------------------ </a:t>
            </a:r>
          </a:p>
          <a:p>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['0.4777', '0.4782’] </a:t>
            </a:r>
          </a:p>
          <a:p>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['0.4997', '0.5003']</a:t>
            </a:r>
            <a:endParaRPr lang="es-ES" sz="1200" dirty="0"/>
          </a:p>
        </p:txBody>
      </p:sp>
      <p:pic>
        <p:nvPicPr>
          <p:cNvPr id="10" name="Imagen 9">
            <a:extLst>
              <a:ext uri="{FF2B5EF4-FFF2-40B4-BE49-F238E27FC236}">
                <a16:creationId xmlns:a16="http://schemas.microsoft.com/office/drawing/2014/main" id="{58DAC799-E6D1-F3E7-1C7C-B653368C4ADA}"/>
              </a:ext>
            </a:extLst>
          </p:cNvPr>
          <p:cNvPicPr>
            <a:picLocks noChangeAspect="1"/>
          </p:cNvPicPr>
          <p:nvPr/>
        </p:nvPicPr>
        <p:blipFill>
          <a:blip r:embed="rId4"/>
          <a:stretch>
            <a:fillRect/>
          </a:stretch>
        </p:blipFill>
        <p:spPr>
          <a:xfrm>
            <a:off x="4800600" y="1686736"/>
            <a:ext cx="6858000" cy="1257695"/>
          </a:xfrm>
          <a:prstGeom prst="rect">
            <a:avLst/>
          </a:prstGeom>
        </p:spPr>
      </p:pic>
      <p:sp>
        <p:nvSpPr>
          <p:cNvPr id="15" name="CuadroTexto 14">
            <a:extLst>
              <a:ext uri="{FF2B5EF4-FFF2-40B4-BE49-F238E27FC236}">
                <a16:creationId xmlns:a16="http://schemas.microsoft.com/office/drawing/2014/main" id="{3BC785CC-68A1-BC6F-77C8-19B9A177435F}"/>
              </a:ext>
            </a:extLst>
          </p:cNvPr>
          <p:cNvSpPr txBox="1"/>
          <p:nvPr/>
        </p:nvSpPr>
        <p:spPr>
          <a:xfrm>
            <a:off x="609600" y="3820826"/>
            <a:ext cx="4114800" cy="2617063"/>
          </a:xfrm>
          <a:prstGeom prst="rect">
            <a:avLst/>
          </a:prstGeom>
          <a:noFill/>
        </p:spPr>
        <p:txBody>
          <a:bodyPr wrap="square">
            <a:spAutoFit/>
          </a:bodyPr>
          <a:lstStyle/>
          <a:p>
            <a:pPr algn="l">
              <a:lnSpc>
                <a:spcPts val="1350"/>
              </a:lnSpc>
              <a:buNone/>
            </a:pPr>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p>
          <a:p>
            <a:pPr algn="l">
              <a:lnSpc>
                <a:spcPts val="1350"/>
              </a:lnSpc>
              <a:buNone/>
            </a:pPr>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215.2738 </a:t>
            </a:r>
          </a:p>
          <a:p>
            <a:pPr algn="l">
              <a:lnSpc>
                <a:spcPts val="1350"/>
              </a:lnSpc>
              <a:buNone/>
            </a:pPr>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pPr algn="l">
              <a:lnSpc>
                <a:spcPts val="1350"/>
              </a:lnSpc>
              <a:buNone/>
            </a:pPr>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pPr algn="l">
              <a:lnSpc>
                <a:spcPts val="1350"/>
              </a:lnSpc>
              <a:buNone/>
            </a:pPr>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pPr algn="l">
              <a:lnSpc>
                <a:spcPts val="1350"/>
              </a:lnSpc>
              <a:buNone/>
            </a:pPr>
            <a:r>
              <a:rPr lang="es-ES" sz="1200" b="0" i="0" dirty="0">
                <a:effectLst/>
                <a:latin typeface="Menlo" panose="020B0609030804020204" pitchFamily="49" charset="0"/>
              </a:rPr>
              <a:t>------------------------ </a:t>
            </a:r>
          </a:p>
          <a:p>
            <a:pPr algn="l">
              <a:lnSpc>
                <a:spcPts val="1350"/>
              </a:lnSpc>
              <a:buNone/>
            </a:pPr>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0.9360 </a:t>
            </a:r>
          </a:p>
          <a:p>
            <a:pPr algn="l">
              <a:lnSpc>
                <a:spcPts val="1350"/>
              </a:lnSpc>
              <a:buNone/>
            </a:pPr>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0.9258 </a:t>
            </a:r>
          </a:p>
          <a:p>
            <a:pPr algn="l">
              <a:lnSpc>
                <a:spcPts val="1350"/>
              </a:lnSpc>
              <a:buNone/>
            </a:pPr>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0.3347 </a:t>
            </a:r>
          </a:p>
          <a:p>
            <a:pPr algn="l">
              <a:lnSpc>
                <a:spcPts val="1350"/>
              </a:lnSpc>
              <a:buNone/>
            </a:pPr>
            <a:r>
              <a:rPr lang="es-ES" sz="1200" b="0" i="0" dirty="0">
                <a:effectLst/>
                <a:latin typeface="Menlo" panose="020B0609030804020204" pitchFamily="49" charset="0"/>
              </a:rPr>
              <a:t>------------------------ </a:t>
            </a:r>
          </a:p>
          <a:p>
            <a:pPr algn="l">
              <a:lnSpc>
                <a:spcPts val="1350"/>
              </a:lnSpc>
              <a:buNone/>
            </a:pPr>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['0.4629', '0.4630’] </a:t>
            </a:r>
          </a:p>
          <a:p>
            <a:pPr algn="l">
              <a:lnSpc>
                <a:spcPts val="1350"/>
              </a:lnSpc>
              <a:buNone/>
            </a:pPr>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['0.4999', '0.5001'] </a:t>
            </a:r>
          </a:p>
          <a:p>
            <a:pPr algn="l">
              <a:lnSpc>
                <a:spcPts val="1350"/>
              </a:lnSpc>
              <a:buNone/>
            </a:pPr>
            <a:br>
              <a:rPr lang="es-ES" b="0" i="0" dirty="0">
                <a:solidFill>
                  <a:srgbClr val="CCCCCC"/>
                </a:solidFill>
                <a:effectLst/>
                <a:latin typeface="Menlo" panose="020B0609030804020204" pitchFamily="49" charset="0"/>
              </a:rPr>
            </a:br>
            <a:endParaRPr lang="es-ES" b="0" i="0" dirty="0">
              <a:solidFill>
                <a:srgbClr val="CCCCCC"/>
              </a:solidFill>
              <a:effectLst/>
              <a:latin typeface="Menlo" panose="020B0609030804020204" pitchFamily="49" charset="0"/>
            </a:endParaRPr>
          </a:p>
        </p:txBody>
      </p:sp>
      <p:pic>
        <p:nvPicPr>
          <p:cNvPr id="18" name="Imagen 17">
            <a:extLst>
              <a:ext uri="{FF2B5EF4-FFF2-40B4-BE49-F238E27FC236}">
                <a16:creationId xmlns:a16="http://schemas.microsoft.com/office/drawing/2014/main" id="{872D9F7F-1153-46A1-C6F5-BFD8513C0A6D}"/>
              </a:ext>
            </a:extLst>
          </p:cNvPr>
          <p:cNvPicPr>
            <a:picLocks noChangeAspect="1"/>
          </p:cNvPicPr>
          <p:nvPr/>
        </p:nvPicPr>
        <p:blipFill>
          <a:blip r:embed="rId5"/>
          <a:stretch>
            <a:fillRect/>
          </a:stretch>
        </p:blipFill>
        <p:spPr>
          <a:xfrm>
            <a:off x="4495800" y="4718348"/>
            <a:ext cx="7297356" cy="1287769"/>
          </a:xfrm>
          <a:prstGeom prst="rect">
            <a:avLst/>
          </a:prstGeom>
        </p:spPr>
      </p:pic>
    </p:spTree>
    <p:extLst>
      <p:ext uri="{BB962C8B-B14F-4D97-AF65-F5344CB8AC3E}">
        <p14:creationId xmlns:p14="http://schemas.microsoft.com/office/powerpoint/2010/main" val="1759176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3113F-F31E-36F5-E57C-CD19570770C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9532A4C-4C35-E612-30C7-0BCB78D161A9}"/>
              </a:ext>
            </a:extLst>
          </p:cNvPr>
          <p:cNvSpPr>
            <a:spLocks noGrp="1"/>
          </p:cNvSpPr>
          <p:nvPr>
            <p:ph type="title"/>
          </p:nvPr>
        </p:nvSpPr>
        <p:spPr>
          <a:xfrm>
            <a:off x="590550" y="267436"/>
            <a:ext cx="10991850" cy="307777"/>
          </a:xfrm>
        </p:spPr>
        <p:txBody>
          <a:bodyPr/>
          <a:lstStyle/>
          <a:p>
            <a:r>
              <a:rPr lang="es-ES" dirty="0" err="1"/>
              <a:t>Comments</a:t>
            </a:r>
            <a:r>
              <a:rPr lang="es-ES" dirty="0"/>
              <a:t> </a:t>
            </a:r>
            <a:r>
              <a:rPr lang="es-ES" dirty="0" err="1"/>
              <a:t>on</a:t>
            </a:r>
            <a:r>
              <a:rPr lang="es-ES" dirty="0"/>
              <a:t> </a:t>
            </a:r>
            <a:r>
              <a:rPr lang="es-ES" dirty="0" err="1"/>
              <a:t>Learning</a:t>
            </a:r>
            <a:r>
              <a:rPr lang="es-ES" dirty="0"/>
              <a:t> </a:t>
            </a:r>
            <a:r>
              <a:rPr lang="es-ES" dirty="0" err="1"/>
              <a:t>Outcome</a:t>
            </a:r>
            <a:r>
              <a:rPr lang="es-ES" dirty="0"/>
              <a:t> 2</a:t>
            </a:r>
          </a:p>
        </p:txBody>
      </p:sp>
      <p:sp>
        <p:nvSpPr>
          <p:cNvPr id="3" name="Marcador de texto 2">
            <a:extLst>
              <a:ext uri="{FF2B5EF4-FFF2-40B4-BE49-F238E27FC236}">
                <a16:creationId xmlns:a16="http://schemas.microsoft.com/office/drawing/2014/main" id="{EB199EFB-19D4-8B55-B050-5BF3F8147F7F}"/>
              </a:ext>
            </a:extLst>
          </p:cNvPr>
          <p:cNvSpPr>
            <a:spLocks noGrp="1"/>
          </p:cNvSpPr>
          <p:nvPr>
            <p:ph type="body" idx="1"/>
          </p:nvPr>
        </p:nvSpPr>
        <p:spPr>
          <a:xfrm>
            <a:off x="609600" y="2152910"/>
            <a:ext cx="10972800" cy="276999"/>
          </a:xfrm>
        </p:spPr>
        <p:txBody>
          <a:bodyPr/>
          <a:lstStyle/>
          <a:p>
            <a:r>
              <a:rPr lang="es-ES" dirty="0"/>
              <a:t> </a:t>
            </a:r>
          </a:p>
        </p:txBody>
      </p:sp>
      <p:sp>
        <p:nvSpPr>
          <p:cNvPr id="4" name="Marcador de pie de página 3">
            <a:extLst>
              <a:ext uri="{FF2B5EF4-FFF2-40B4-BE49-F238E27FC236}">
                <a16:creationId xmlns:a16="http://schemas.microsoft.com/office/drawing/2014/main" id="{59CCD188-32CA-5325-471D-826BD24A63E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80E3CA34-9BC2-B1A3-19D0-E16F03C1A64A}"/>
              </a:ext>
            </a:extLst>
          </p:cNvPr>
          <p:cNvSpPr>
            <a:spLocks noGrp="1"/>
          </p:cNvSpPr>
          <p:nvPr>
            <p:ph type="sldNum" sz="quarter" idx="7"/>
          </p:nvPr>
        </p:nvSpPr>
        <p:spPr/>
        <p:txBody>
          <a:bodyPr/>
          <a:lstStyle/>
          <a:p>
            <a:fld id="{B6F15528-21DE-4FAA-801E-634DDDAF4B2B}" type="slidenum">
              <a:rPr lang="es-ES" smtClean="0"/>
              <a:t>9</a:t>
            </a:fld>
            <a:endParaRPr lang="es-ES"/>
          </a:p>
        </p:txBody>
      </p:sp>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48CE1CD0-CD33-FBF0-A37A-CC78FB446CDF}"/>
                  </a:ext>
                </a:extLst>
              </p:cNvPr>
              <p:cNvSpPr txBox="1"/>
              <p:nvPr/>
            </p:nvSpPr>
            <p:spPr>
              <a:xfrm>
                <a:off x="4800600" y="1028893"/>
                <a:ext cx="1905000" cy="369332"/>
              </a:xfrm>
              <a:prstGeom prst="rect">
                <a:avLst/>
              </a:prstGeom>
              <a:noFill/>
            </p:spPr>
            <p:txBody>
              <a:bodyPr wrap="square" rtlCol="0">
                <a:spAutoFit/>
              </a:bodyPr>
              <a:lstStyle/>
              <a:p>
                <a:r>
                  <a:rPr lang="es-ES" dirty="0"/>
                  <a:t>- </a:t>
                </a:r>
                <a:r>
                  <a:rPr lang="es-ES" dirty="0" err="1"/>
                  <a:t>Width</a:t>
                </a:r>
                <a:r>
                  <a:rPr lang="es-ES" dirty="0"/>
                  <a:t>: 1.2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p:sp>
            <p:nvSpPr>
              <p:cNvPr id="11" name="CuadroTexto 10">
                <a:extLst>
                  <a:ext uri="{FF2B5EF4-FFF2-40B4-BE49-F238E27FC236}">
                    <a16:creationId xmlns:a16="http://schemas.microsoft.com/office/drawing/2014/main" id="{48CE1CD0-CD33-FBF0-A37A-CC78FB446CDF}"/>
                  </a:ext>
                </a:extLst>
              </p:cNvPr>
              <p:cNvSpPr txBox="1">
                <a:spLocks noRot="1" noChangeAspect="1" noMove="1" noResize="1" noEditPoints="1" noAdjustHandles="1" noChangeArrowheads="1" noChangeShapeType="1" noTextEdit="1"/>
              </p:cNvSpPr>
              <p:nvPr/>
            </p:nvSpPr>
            <p:spPr>
              <a:xfrm>
                <a:off x="4800600" y="1028893"/>
                <a:ext cx="1905000" cy="369332"/>
              </a:xfrm>
              <a:prstGeom prst="rect">
                <a:avLst/>
              </a:prstGeom>
              <a:blipFill>
                <a:blip r:embed="rId2"/>
                <a:stretch>
                  <a:fillRect l="-3333" t="-10345" b="-31034"/>
                </a:stretch>
              </a:blipFill>
            </p:spPr>
            <p:txBody>
              <a:bodyPr/>
              <a:lstStyle/>
              <a:p>
                <a:r>
                  <a:rPr lang="es-ES">
                    <a:noFill/>
                  </a:rPr>
                  <a:t> </a:t>
                </a:r>
              </a:p>
            </p:txBody>
          </p:sp>
        </mc:Fallback>
      </mc:AlternateContent>
      <p:cxnSp>
        <p:nvCxnSpPr>
          <p:cNvPr id="13" name="Conector recto 12">
            <a:extLst>
              <a:ext uri="{FF2B5EF4-FFF2-40B4-BE49-F238E27FC236}">
                <a16:creationId xmlns:a16="http://schemas.microsoft.com/office/drawing/2014/main" id="{C039F956-1754-0B3D-0DBA-6D4C6E766BF0}"/>
              </a:ext>
            </a:extLst>
          </p:cNvPr>
          <p:cNvCxnSpPr/>
          <p:nvPr/>
        </p:nvCxnSpPr>
        <p:spPr>
          <a:xfrm>
            <a:off x="304800" y="3733800"/>
            <a:ext cx="1135380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AAF6DC13-2761-383A-0EC2-1EB3BF02B9B9}"/>
                  </a:ext>
                </a:extLst>
              </p:cNvPr>
              <p:cNvSpPr txBox="1"/>
              <p:nvPr/>
            </p:nvSpPr>
            <p:spPr>
              <a:xfrm>
                <a:off x="4800600" y="4001299"/>
                <a:ext cx="6129494" cy="369332"/>
              </a:xfrm>
              <a:prstGeom prst="rect">
                <a:avLst/>
              </a:prstGeom>
              <a:noFill/>
            </p:spPr>
            <p:txBody>
              <a:bodyPr wrap="square">
                <a:spAutoFit/>
              </a:bodyPr>
              <a:lstStyle/>
              <a:p>
                <a:r>
                  <a:rPr lang="es-ES" dirty="0"/>
                  <a:t>- </a:t>
                </a:r>
                <a:r>
                  <a:rPr lang="es-ES" dirty="0" err="1"/>
                  <a:t>Width</a:t>
                </a:r>
                <a:r>
                  <a:rPr lang="es-ES" dirty="0"/>
                  <a:t>: 1.3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p:sp>
            <p:nvSpPr>
              <p:cNvPr id="17" name="CuadroTexto 16">
                <a:extLst>
                  <a:ext uri="{FF2B5EF4-FFF2-40B4-BE49-F238E27FC236}">
                    <a16:creationId xmlns:a16="http://schemas.microsoft.com/office/drawing/2014/main" id="{AAF6DC13-2761-383A-0EC2-1EB3BF02B9B9}"/>
                  </a:ext>
                </a:extLst>
              </p:cNvPr>
              <p:cNvSpPr txBox="1">
                <a:spLocks noRot="1" noChangeAspect="1" noMove="1" noResize="1" noEditPoints="1" noAdjustHandles="1" noChangeArrowheads="1" noChangeShapeType="1" noTextEdit="1"/>
              </p:cNvSpPr>
              <p:nvPr/>
            </p:nvSpPr>
            <p:spPr>
              <a:xfrm>
                <a:off x="4800600" y="4001299"/>
                <a:ext cx="6129494" cy="369332"/>
              </a:xfrm>
              <a:prstGeom prst="rect">
                <a:avLst/>
              </a:prstGeom>
              <a:blipFill>
                <a:blip r:embed="rId3"/>
                <a:stretch>
                  <a:fillRect l="-1035" t="-6452" b="-22581"/>
                </a:stretch>
              </a:blipFill>
            </p:spPr>
            <p:txBody>
              <a:bodyPr/>
              <a:lstStyle/>
              <a:p>
                <a:r>
                  <a:rPr lang="es-ES">
                    <a:noFill/>
                  </a:rPr>
                  <a:t> </a:t>
                </a:r>
              </a:p>
            </p:txBody>
          </p:sp>
        </mc:Fallback>
      </mc:AlternateContent>
      <p:sp>
        <p:nvSpPr>
          <p:cNvPr id="14" name="CuadroTexto 13">
            <a:extLst>
              <a:ext uri="{FF2B5EF4-FFF2-40B4-BE49-F238E27FC236}">
                <a16:creationId xmlns:a16="http://schemas.microsoft.com/office/drawing/2014/main" id="{2BC8924D-F660-6B43-F516-6C1012487059}"/>
              </a:ext>
            </a:extLst>
          </p:cNvPr>
          <p:cNvSpPr txBox="1"/>
          <p:nvPr/>
        </p:nvSpPr>
        <p:spPr>
          <a:xfrm>
            <a:off x="590550" y="3820826"/>
            <a:ext cx="3676650" cy="276999"/>
          </a:xfrm>
          <a:prstGeom prst="rect">
            <a:avLst/>
          </a:prstGeom>
          <a:noFill/>
        </p:spPr>
        <p:txBody>
          <a:bodyPr wrap="square">
            <a:spAutoFit/>
          </a:bodyPr>
          <a:lstStyle/>
          <a:p>
            <a:endParaRPr lang="es-ES" sz="1200" dirty="0"/>
          </a:p>
        </p:txBody>
      </p:sp>
      <p:sp>
        <p:nvSpPr>
          <p:cNvPr id="9" name="CuadroTexto 8">
            <a:extLst>
              <a:ext uri="{FF2B5EF4-FFF2-40B4-BE49-F238E27FC236}">
                <a16:creationId xmlns:a16="http://schemas.microsoft.com/office/drawing/2014/main" id="{B9ACCF09-4549-4476-3044-C43A204A10F4}"/>
              </a:ext>
            </a:extLst>
          </p:cNvPr>
          <p:cNvSpPr txBox="1"/>
          <p:nvPr/>
        </p:nvSpPr>
        <p:spPr>
          <a:xfrm>
            <a:off x="576106" y="851883"/>
            <a:ext cx="3919694" cy="276999"/>
          </a:xfrm>
          <a:prstGeom prst="rect">
            <a:avLst/>
          </a:prstGeom>
          <a:noFill/>
        </p:spPr>
        <p:txBody>
          <a:bodyPr wrap="square">
            <a:spAutoFit/>
          </a:bodyPr>
          <a:lstStyle/>
          <a:p>
            <a:endParaRPr lang="es-ES" sz="1200" dirty="0"/>
          </a:p>
        </p:txBody>
      </p:sp>
      <p:sp>
        <p:nvSpPr>
          <p:cNvPr id="15" name="CuadroTexto 14">
            <a:extLst>
              <a:ext uri="{FF2B5EF4-FFF2-40B4-BE49-F238E27FC236}">
                <a16:creationId xmlns:a16="http://schemas.microsoft.com/office/drawing/2014/main" id="{EC1A69B9-7FB1-4A39-E2B0-77BA3DA50897}"/>
              </a:ext>
            </a:extLst>
          </p:cNvPr>
          <p:cNvSpPr txBox="1"/>
          <p:nvPr/>
        </p:nvSpPr>
        <p:spPr>
          <a:xfrm>
            <a:off x="609600" y="3820826"/>
            <a:ext cx="4114800" cy="462627"/>
          </a:xfrm>
          <a:prstGeom prst="rect">
            <a:avLst/>
          </a:prstGeom>
          <a:noFill/>
        </p:spPr>
        <p:txBody>
          <a:bodyPr wrap="square">
            <a:spAutoFit/>
          </a:bodyPr>
          <a:lstStyle/>
          <a:p>
            <a:pPr algn="l">
              <a:lnSpc>
                <a:spcPts val="1350"/>
              </a:lnSpc>
              <a:buNone/>
            </a:pPr>
            <a:br>
              <a:rPr lang="es-ES" b="0" i="0" dirty="0">
                <a:solidFill>
                  <a:srgbClr val="CCCCCC"/>
                </a:solidFill>
                <a:effectLst/>
                <a:latin typeface="Menlo" panose="020B0609030804020204" pitchFamily="49" charset="0"/>
              </a:rPr>
            </a:br>
            <a:endParaRPr lang="es-ES" b="0" i="0" dirty="0">
              <a:solidFill>
                <a:srgbClr val="CCCCCC"/>
              </a:solidFill>
              <a:effectLst/>
              <a:latin typeface="Menlo" panose="020B0609030804020204" pitchFamily="49" charset="0"/>
            </a:endParaRPr>
          </a:p>
        </p:txBody>
      </p:sp>
      <p:sp>
        <p:nvSpPr>
          <p:cNvPr id="7" name="CuadroTexto 6">
            <a:extLst>
              <a:ext uri="{FF2B5EF4-FFF2-40B4-BE49-F238E27FC236}">
                <a16:creationId xmlns:a16="http://schemas.microsoft.com/office/drawing/2014/main" id="{41ADFFD4-B530-8023-A20E-2DD0AB623DF4}"/>
              </a:ext>
            </a:extLst>
          </p:cNvPr>
          <p:cNvSpPr txBox="1"/>
          <p:nvPr/>
        </p:nvSpPr>
        <p:spPr>
          <a:xfrm>
            <a:off x="533400" y="889677"/>
            <a:ext cx="4114800" cy="2308324"/>
          </a:xfrm>
          <a:prstGeom prst="rect">
            <a:avLst/>
          </a:prstGeom>
          <a:noFill/>
        </p:spPr>
        <p:txBody>
          <a:bodyPr wrap="square">
            <a:spAutoFit/>
          </a:bodyPr>
          <a:lstStyle/>
          <a:p>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290.2146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 </a:t>
            </a:r>
          </a:p>
          <a:p>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0.8917 </a:t>
            </a:r>
          </a:p>
          <a:p>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0.8819 </a:t>
            </a:r>
          </a:p>
          <a:p>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0.5458 </a:t>
            </a:r>
          </a:p>
          <a:p>
            <a:r>
              <a:rPr lang="es-ES" sz="1200" b="0" i="0" dirty="0">
                <a:effectLst/>
                <a:latin typeface="Menlo" panose="020B0609030804020204" pitchFamily="49" charset="0"/>
              </a:rPr>
              <a:t>------------------------ </a:t>
            </a:r>
          </a:p>
          <a:p>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['0.4408', '0.4411’] </a:t>
            </a:r>
          </a:p>
          <a:p>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['0.4998', '0.5002']</a:t>
            </a:r>
            <a:endParaRPr lang="es-ES" sz="1200" dirty="0"/>
          </a:p>
        </p:txBody>
      </p:sp>
      <p:pic>
        <p:nvPicPr>
          <p:cNvPr id="8" name="Imagen 7">
            <a:extLst>
              <a:ext uri="{FF2B5EF4-FFF2-40B4-BE49-F238E27FC236}">
                <a16:creationId xmlns:a16="http://schemas.microsoft.com/office/drawing/2014/main" id="{8A13FDB9-DDFA-8EFF-7F7F-1BEF03B93E50}"/>
              </a:ext>
            </a:extLst>
          </p:cNvPr>
          <p:cNvPicPr>
            <a:picLocks noChangeAspect="1"/>
          </p:cNvPicPr>
          <p:nvPr/>
        </p:nvPicPr>
        <p:blipFill>
          <a:blip r:embed="rId4"/>
          <a:stretch>
            <a:fillRect/>
          </a:stretch>
        </p:blipFill>
        <p:spPr>
          <a:xfrm>
            <a:off x="4611813" y="1712689"/>
            <a:ext cx="7181343" cy="1217598"/>
          </a:xfrm>
          <a:prstGeom prst="rect">
            <a:avLst/>
          </a:prstGeom>
        </p:spPr>
      </p:pic>
      <p:sp>
        <p:nvSpPr>
          <p:cNvPr id="16" name="CuadroTexto 15">
            <a:extLst>
              <a:ext uri="{FF2B5EF4-FFF2-40B4-BE49-F238E27FC236}">
                <a16:creationId xmlns:a16="http://schemas.microsoft.com/office/drawing/2014/main" id="{D4FE4CEC-F487-8320-DC85-C14C956CFED3}"/>
              </a:ext>
            </a:extLst>
          </p:cNvPr>
          <p:cNvSpPr txBox="1"/>
          <p:nvPr/>
        </p:nvSpPr>
        <p:spPr>
          <a:xfrm>
            <a:off x="574640" y="3820826"/>
            <a:ext cx="6129494" cy="2308324"/>
          </a:xfrm>
          <a:prstGeom prst="rect">
            <a:avLst/>
          </a:prstGeom>
          <a:noFill/>
        </p:spPr>
        <p:txBody>
          <a:bodyPr wrap="square">
            <a:spAutoFit/>
          </a:bodyPr>
          <a:lstStyle/>
          <a:p>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390.6951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 </a:t>
            </a:r>
          </a:p>
          <a:p>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0.8473 </a:t>
            </a:r>
          </a:p>
          <a:p>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0.8378 </a:t>
            </a:r>
          </a:p>
          <a:p>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0.7684 </a:t>
            </a:r>
          </a:p>
          <a:p>
            <a:r>
              <a:rPr lang="es-ES" sz="1200" b="0" i="0" dirty="0">
                <a:effectLst/>
                <a:latin typeface="Menlo" panose="020B0609030804020204" pitchFamily="49" charset="0"/>
              </a:rPr>
              <a:t>------------------------ </a:t>
            </a:r>
          </a:p>
          <a:p>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['0.4188', '0.4191’] </a:t>
            </a:r>
          </a:p>
          <a:p>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['0.4998', '0.5002']</a:t>
            </a:r>
            <a:endParaRPr lang="es-ES" sz="1200" dirty="0"/>
          </a:p>
        </p:txBody>
      </p:sp>
      <p:pic>
        <p:nvPicPr>
          <p:cNvPr id="19" name="Imagen 18">
            <a:extLst>
              <a:ext uri="{FF2B5EF4-FFF2-40B4-BE49-F238E27FC236}">
                <a16:creationId xmlns:a16="http://schemas.microsoft.com/office/drawing/2014/main" id="{F00C5870-0884-7A7F-809D-34FA948331CE}"/>
              </a:ext>
            </a:extLst>
          </p:cNvPr>
          <p:cNvPicPr>
            <a:picLocks noChangeAspect="1"/>
          </p:cNvPicPr>
          <p:nvPr/>
        </p:nvPicPr>
        <p:blipFill>
          <a:blip r:embed="rId5"/>
          <a:stretch>
            <a:fillRect/>
          </a:stretch>
        </p:blipFill>
        <p:spPr>
          <a:xfrm>
            <a:off x="4756241" y="4845878"/>
            <a:ext cx="6878913" cy="1118716"/>
          </a:xfrm>
          <a:prstGeom prst="rect">
            <a:avLst/>
          </a:prstGeom>
        </p:spPr>
      </p:pic>
    </p:spTree>
    <p:extLst>
      <p:ext uri="{BB962C8B-B14F-4D97-AF65-F5344CB8AC3E}">
        <p14:creationId xmlns:p14="http://schemas.microsoft.com/office/powerpoint/2010/main" val="2088143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6C14F-5D06-23CD-4C64-03E4EF848DC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3EE3761-1D44-8DB6-3DBE-18FC0486F09C}"/>
              </a:ext>
            </a:extLst>
          </p:cNvPr>
          <p:cNvSpPr>
            <a:spLocks noGrp="1"/>
          </p:cNvSpPr>
          <p:nvPr>
            <p:ph type="title"/>
          </p:nvPr>
        </p:nvSpPr>
        <p:spPr>
          <a:xfrm>
            <a:off x="590550" y="267436"/>
            <a:ext cx="10991850" cy="307777"/>
          </a:xfrm>
        </p:spPr>
        <p:txBody>
          <a:bodyPr/>
          <a:lstStyle/>
          <a:p>
            <a:r>
              <a:rPr lang="es-ES" dirty="0" err="1"/>
              <a:t>Comments</a:t>
            </a:r>
            <a:r>
              <a:rPr lang="es-ES" dirty="0"/>
              <a:t> </a:t>
            </a:r>
            <a:r>
              <a:rPr lang="es-ES" dirty="0" err="1"/>
              <a:t>on</a:t>
            </a:r>
            <a:r>
              <a:rPr lang="es-ES" dirty="0"/>
              <a:t> </a:t>
            </a:r>
            <a:r>
              <a:rPr lang="es-ES" dirty="0" err="1"/>
              <a:t>Learning</a:t>
            </a:r>
            <a:r>
              <a:rPr lang="es-ES" dirty="0"/>
              <a:t> </a:t>
            </a:r>
            <a:r>
              <a:rPr lang="es-ES" dirty="0" err="1"/>
              <a:t>Outcome</a:t>
            </a:r>
            <a:r>
              <a:rPr lang="es-ES" dirty="0"/>
              <a:t> 2</a:t>
            </a:r>
          </a:p>
        </p:txBody>
      </p:sp>
      <p:sp>
        <p:nvSpPr>
          <p:cNvPr id="3" name="Marcador de texto 2">
            <a:extLst>
              <a:ext uri="{FF2B5EF4-FFF2-40B4-BE49-F238E27FC236}">
                <a16:creationId xmlns:a16="http://schemas.microsoft.com/office/drawing/2014/main" id="{7013DCB4-4D0D-845D-AA7D-1F3F72FC5E85}"/>
              </a:ext>
            </a:extLst>
          </p:cNvPr>
          <p:cNvSpPr>
            <a:spLocks noGrp="1"/>
          </p:cNvSpPr>
          <p:nvPr>
            <p:ph type="body" idx="1"/>
          </p:nvPr>
        </p:nvSpPr>
        <p:spPr>
          <a:xfrm>
            <a:off x="609600" y="2152910"/>
            <a:ext cx="10972800" cy="276999"/>
          </a:xfrm>
        </p:spPr>
        <p:txBody>
          <a:bodyPr/>
          <a:lstStyle/>
          <a:p>
            <a:r>
              <a:rPr lang="es-ES" dirty="0"/>
              <a:t> </a:t>
            </a:r>
          </a:p>
        </p:txBody>
      </p:sp>
      <p:sp>
        <p:nvSpPr>
          <p:cNvPr id="4" name="Marcador de pie de página 3">
            <a:extLst>
              <a:ext uri="{FF2B5EF4-FFF2-40B4-BE49-F238E27FC236}">
                <a16:creationId xmlns:a16="http://schemas.microsoft.com/office/drawing/2014/main" id="{4D0835CE-91A7-A367-727E-1AAA9F5B4761}"/>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0AB03CA5-8170-96D8-DEEC-A35B68F6DDD7}"/>
              </a:ext>
            </a:extLst>
          </p:cNvPr>
          <p:cNvSpPr>
            <a:spLocks noGrp="1"/>
          </p:cNvSpPr>
          <p:nvPr>
            <p:ph type="sldNum" sz="quarter" idx="7"/>
          </p:nvPr>
        </p:nvSpPr>
        <p:spPr/>
        <p:txBody>
          <a:bodyPr/>
          <a:lstStyle/>
          <a:p>
            <a:fld id="{B6F15528-21DE-4FAA-801E-634DDDAF4B2B}" type="slidenum">
              <a:rPr lang="es-ES" smtClean="0"/>
              <a:t>10</a:t>
            </a:fld>
            <a:endParaRPr lang="es-ES"/>
          </a:p>
        </p:txBody>
      </p:sp>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5622598C-F722-4541-E90F-C038EBF0349A}"/>
                  </a:ext>
                </a:extLst>
              </p:cNvPr>
              <p:cNvSpPr txBox="1"/>
              <p:nvPr/>
            </p:nvSpPr>
            <p:spPr>
              <a:xfrm>
                <a:off x="4800600" y="1028893"/>
                <a:ext cx="1905000" cy="369332"/>
              </a:xfrm>
              <a:prstGeom prst="rect">
                <a:avLst/>
              </a:prstGeom>
              <a:noFill/>
            </p:spPr>
            <p:txBody>
              <a:bodyPr wrap="square" rtlCol="0">
                <a:spAutoFit/>
              </a:bodyPr>
              <a:lstStyle/>
              <a:p>
                <a:r>
                  <a:rPr lang="es-ES" dirty="0"/>
                  <a:t>- </a:t>
                </a:r>
                <a:r>
                  <a:rPr lang="es-ES" dirty="0" err="1"/>
                  <a:t>Width</a:t>
                </a:r>
                <a:r>
                  <a:rPr lang="es-ES" dirty="0"/>
                  <a:t>: 1.4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p:sp>
            <p:nvSpPr>
              <p:cNvPr id="11" name="CuadroTexto 10">
                <a:extLst>
                  <a:ext uri="{FF2B5EF4-FFF2-40B4-BE49-F238E27FC236}">
                    <a16:creationId xmlns:a16="http://schemas.microsoft.com/office/drawing/2014/main" id="{5622598C-F722-4541-E90F-C038EBF0349A}"/>
                  </a:ext>
                </a:extLst>
              </p:cNvPr>
              <p:cNvSpPr txBox="1">
                <a:spLocks noRot="1" noChangeAspect="1" noMove="1" noResize="1" noEditPoints="1" noAdjustHandles="1" noChangeArrowheads="1" noChangeShapeType="1" noTextEdit="1"/>
              </p:cNvSpPr>
              <p:nvPr/>
            </p:nvSpPr>
            <p:spPr>
              <a:xfrm>
                <a:off x="4800600" y="1028893"/>
                <a:ext cx="1905000" cy="369332"/>
              </a:xfrm>
              <a:prstGeom prst="rect">
                <a:avLst/>
              </a:prstGeom>
              <a:blipFill>
                <a:blip r:embed="rId2"/>
                <a:stretch>
                  <a:fillRect l="-3333" t="-10345" b="-31034"/>
                </a:stretch>
              </a:blipFill>
            </p:spPr>
            <p:txBody>
              <a:bodyPr/>
              <a:lstStyle/>
              <a:p>
                <a:r>
                  <a:rPr lang="es-ES">
                    <a:noFill/>
                  </a:rPr>
                  <a:t> </a:t>
                </a:r>
              </a:p>
            </p:txBody>
          </p:sp>
        </mc:Fallback>
      </mc:AlternateContent>
      <p:cxnSp>
        <p:nvCxnSpPr>
          <p:cNvPr id="13" name="Conector recto 12">
            <a:extLst>
              <a:ext uri="{FF2B5EF4-FFF2-40B4-BE49-F238E27FC236}">
                <a16:creationId xmlns:a16="http://schemas.microsoft.com/office/drawing/2014/main" id="{631E8C8C-F710-710E-C437-C839EA97AE79}"/>
              </a:ext>
            </a:extLst>
          </p:cNvPr>
          <p:cNvCxnSpPr/>
          <p:nvPr/>
        </p:nvCxnSpPr>
        <p:spPr>
          <a:xfrm>
            <a:off x="304800" y="3733800"/>
            <a:ext cx="11353800"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17" name="CuadroTexto 16">
                <a:extLst>
                  <a:ext uri="{FF2B5EF4-FFF2-40B4-BE49-F238E27FC236}">
                    <a16:creationId xmlns:a16="http://schemas.microsoft.com/office/drawing/2014/main" id="{2CE1FB77-5E29-944B-32D8-92324FE64C60}"/>
                  </a:ext>
                </a:extLst>
              </p:cNvPr>
              <p:cNvSpPr txBox="1"/>
              <p:nvPr/>
            </p:nvSpPr>
            <p:spPr>
              <a:xfrm>
                <a:off x="4800600" y="4001299"/>
                <a:ext cx="6129494" cy="369332"/>
              </a:xfrm>
              <a:prstGeom prst="rect">
                <a:avLst/>
              </a:prstGeom>
              <a:noFill/>
            </p:spPr>
            <p:txBody>
              <a:bodyPr wrap="square">
                <a:spAutoFit/>
              </a:bodyPr>
              <a:lstStyle/>
              <a:p>
                <a:r>
                  <a:rPr lang="es-ES" dirty="0"/>
                  <a:t>- </a:t>
                </a:r>
                <a:r>
                  <a:rPr lang="es-ES" dirty="0" err="1"/>
                  <a:t>Width</a:t>
                </a:r>
                <a:r>
                  <a:rPr lang="es-ES" dirty="0"/>
                  <a:t>: 1.5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p:sp>
            <p:nvSpPr>
              <p:cNvPr id="17" name="CuadroTexto 16">
                <a:extLst>
                  <a:ext uri="{FF2B5EF4-FFF2-40B4-BE49-F238E27FC236}">
                    <a16:creationId xmlns:a16="http://schemas.microsoft.com/office/drawing/2014/main" id="{2CE1FB77-5E29-944B-32D8-92324FE64C60}"/>
                  </a:ext>
                </a:extLst>
              </p:cNvPr>
              <p:cNvSpPr txBox="1">
                <a:spLocks noRot="1" noChangeAspect="1" noMove="1" noResize="1" noEditPoints="1" noAdjustHandles="1" noChangeArrowheads="1" noChangeShapeType="1" noTextEdit="1"/>
              </p:cNvSpPr>
              <p:nvPr/>
            </p:nvSpPr>
            <p:spPr>
              <a:xfrm>
                <a:off x="4800600" y="4001299"/>
                <a:ext cx="6129494" cy="369332"/>
              </a:xfrm>
              <a:prstGeom prst="rect">
                <a:avLst/>
              </a:prstGeom>
              <a:blipFill>
                <a:blip r:embed="rId3"/>
                <a:stretch>
                  <a:fillRect l="-1035" t="-6452" b="-22581"/>
                </a:stretch>
              </a:blipFill>
            </p:spPr>
            <p:txBody>
              <a:bodyPr/>
              <a:lstStyle/>
              <a:p>
                <a:r>
                  <a:rPr lang="es-ES">
                    <a:noFill/>
                  </a:rPr>
                  <a:t> </a:t>
                </a:r>
              </a:p>
            </p:txBody>
          </p:sp>
        </mc:Fallback>
      </mc:AlternateContent>
      <p:sp>
        <p:nvSpPr>
          <p:cNvPr id="14" name="CuadroTexto 13">
            <a:extLst>
              <a:ext uri="{FF2B5EF4-FFF2-40B4-BE49-F238E27FC236}">
                <a16:creationId xmlns:a16="http://schemas.microsoft.com/office/drawing/2014/main" id="{993CEC94-ED00-49F6-FF01-89E4A03A1314}"/>
              </a:ext>
            </a:extLst>
          </p:cNvPr>
          <p:cNvSpPr txBox="1"/>
          <p:nvPr/>
        </p:nvSpPr>
        <p:spPr>
          <a:xfrm>
            <a:off x="590550" y="3820826"/>
            <a:ext cx="3676650" cy="276999"/>
          </a:xfrm>
          <a:prstGeom prst="rect">
            <a:avLst/>
          </a:prstGeom>
          <a:noFill/>
        </p:spPr>
        <p:txBody>
          <a:bodyPr wrap="square">
            <a:spAutoFit/>
          </a:bodyPr>
          <a:lstStyle/>
          <a:p>
            <a:endParaRPr lang="es-ES" sz="1200" dirty="0"/>
          </a:p>
        </p:txBody>
      </p:sp>
      <p:sp>
        <p:nvSpPr>
          <p:cNvPr id="9" name="CuadroTexto 8">
            <a:extLst>
              <a:ext uri="{FF2B5EF4-FFF2-40B4-BE49-F238E27FC236}">
                <a16:creationId xmlns:a16="http://schemas.microsoft.com/office/drawing/2014/main" id="{87565C97-1EAA-0DDF-47AE-4CE01D8AEBB7}"/>
              </a:ext>
            </a:extLst>
          </p:cNvPr>
          <p:cNvSpPr txBox="1"/>
          <p:nvPr/>
        </p:nvSpPr>
        <p:spPr>
          <a:xfrm>
            <a:off x="576106" y="851883"/>
            <a:ext cx="3919694" cy="276999"/>
          </a:xfrm>
          <a:prstGeom prst="rect">
            <a:avLst/>
          </a:prstGeom>
          <a:noFill/>
        </p:spPr>
        <p:txBody>
          <a:bodyPr wrap="square">
            <a:spAutoFit/>
          </a:bodyPr>
          <a:lstStyle/>
          <a:p>
            <a:endParaRPr lang="es-ES" sz="1200" dirty="0"/>
          </a:p>
        </p:txBody>
      </p:sp>
      <p:sp>
        <p:nvSpPr>
          <p:cNvPr id="15" name="CuadroTexto 14">
            <a:extLst>
              <a:ext uri="{FF2B5EF4-FFF2-40B4-BE49-F238E27FC236}">
                <a16:creationId xmlns:a16="http://schemas.microsoft.com/office/drawing/2014/main" id="{C1EA6BD2-0EC2-E0D2-B406-26F6BE265220}"/>
              </a:ext>
            </a:extLst>
          </p:cNvPr>
          <p:cNvSpPr txBox="1"/>
          <p:nvPr/>
        </p:nvSpPr>
        <p:spPr>
          <a:xfrm>
            <a:off x="609600" y="3820826"/>
            <a:ext cx="4114800" cy="462627"/>
          </a:xfrm>
          <a:prstGeom prst="rect">
            <a:avLst/>
          </a:prstGeom>
          <a:noFill/>
        </p:spPr>
        <p:txBody>
          <a:bodyPr wrap="square">
            <a:spAutoFit/>
          </a:bodyPr>
          <a:lstStyle/>
          <a:p>
            <a:pPr algn="l">
              <a:lnSpc>
                <a:spcPts val="1350"/>
              </a:lnSpc>
              <a:buNone/>
            </a:pPr>
            <a:br>
              <a:rPr lang="es-ES" b="0" i="0" dirty="0">
                <a:solidFill>
                  <a:srgbClr val="CCCCCC"/>
                </a:solidFill>
                <a:effectLst/>
                <a:latin typeface="Menlo" panose="020B0609030804020204" pitchFamily="49" charset="0"/>
              </a:rPr>
            </a:br>
            <a:endParaRPr lang="es-ES" b="0" i="0" dirty="0">
              <a:solidFill>
                <a:srgbClr val="CCCCCC"/>
              </a:solidFill>
              <a:effectLst/>
              <a:latin typeface="Menlo" panose="020B0609030804020204" pitchFamily="49" charset="0"/>
            </a:endParaRPr>
          </a:p>
        </p:txBody>
      </p:sp>
      <p:sp>
        <p:nvSpPr>
          <p:cNvPr id="10" name="CuadroTexto 9">
            <a:extLst>
              <a:ext uri="{FF2B5EF4-FFF2-40B4-BE49-F238E27FC236}">
                <a16:creationId xmlns:a16="http://schemas.microsoft.com/office/drawing/2014/main" id="{8EE7D8A1-0553-354A-70DF-EBF1E4BEE4D2}"/>
              </a:ext>
            </a:extLst>
          </p:cNvPr>
          <p:cNvSpPr txBox="1"/>
          <p:nvPr/>
        </p:nvSpPr>
        <p:spPr>
          <a:xfrm>
            <a:off x="457200" y="799293"/>
            <a:ext cx="6129494" cy="2308324"/>
          </a:xfrm>
          <a:prstGeom prst="rect">
            <a:avLst/>
          </a:prstGeom>
          <a:noFill/>
        </p:spPr>
        <p:txBody>
          <a:bodyPr wrap="square">
            <a:spAutoFit/>
          </a:bodyPr>
          <a:lstStyle/>
          <a:p>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525.2393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 </a:t>
            </a:r>
          </a:p>
          <a:p>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0.7871 </a:t>
            </a:r>
          </a:p>
          <a:p>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0.7782 </a:t>
            </a:r>
          </a:p>
          <a:p>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1.0890 </a:t>
            </a:r>
          </a:p>
          <a:p>
            <a:r>
              <a:rPr lang="es-ES" sz="1200" b="0" i="0" dirty="0">
                <a:effectLst/>
                <a:latin typeface="Menlo" panose="020B0609030804020204" pitchFamily="49" charset="0"/>
              </a:rPr>
              <a:t>------------------------ </a:t>
            </a:r>
          </a:p>
          <a:p>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['0.3890', '0.3893’] </a:t>
            </a:r>
          </a:p>
          <a:p>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['0.4998', '0.5002']</a:t>
            </a:r>
            <a:endParaRPr lang="es-ES" sz="1200" dirty="0"/>
          </a:p>
        </p:txBody>
      </p:sp>
      <p:pic>
        <p:nvPicPr>
          <p:cNvPr id="12" name="Imagen 11">
            <a:extLst>
              <a:ext uri="{FF2B5EF4-FFF2-40B4-BE49-F238E27FC236}">
                <a16:creationId xmlns:a16="http://schemas.microsoft.com/office/drawing/2014/main" id="{6BFFFF62-01A1-1C87-A89D-75D958C589C6}"/>
              </a:ext>
            </a:extLst>
          </p:cNvPr>
          <p:cNvPicPr>
            <a:picLocks noChangeAspect="1"/>
          </p:cNvPicPr>
          <p:nvPr/>
        </p:nvPicPr>
        <p:blipFill>
          <a:blip r:embed="rId4"/>
          <a:stretch>
            <a:fillRect/>
          </a:stretch>
        </p:blipFill>
        <p:spPr>
          <a:xfrm>
            <a:off x="4252651" y="1687290"/>
            <a:ext cx="7810290" cy="1243160"/>
          </a:xfrm>
          <a:prstGeom prst="rect">
            <a:avLst/>
          </a:prstGeom>
        </p:spPr>
      </p:pic>
      <p:sp>
        <p:nvSpPr>
          <p:cNvPr id="20" name="CuadroTexto 19">
            <a:extLst>
              <a:ext uri="{FF2B5EF4-FFF2-40B4-BE49-F238E27FC236}">
                <a16:creationId xmlns:a16="http://schemas.microsoft.com/office/drawing/2014/main" id="{79D7BB79-F448-FDA9-98F5-FB9B5CDEA746}"/>
              </a:ext>
            </a:extLst>
          </p:cNvPr>
          <p:cNvSpPr txBox="1"/>
          <p:nvPr/>
        </p:nvSpPr>
        <p:spPr>
          <a:xfrm>
            <a:off x="457200" y="3830948"/>
            <a:ext cx="6129494" cy="2308324"/>
          </a:xfrm>
          <a:prstGeom prst="rect">
            <a:avLst/>
          </a:prstGeom>
          <a:noFill/>
        </p:spPr>
        <p:txBody>
          <a:bodyPr wrap="square">
            <a:spAutoFit/>
          </a:bodyPr>
          <a:lstStyle/>
          <a:p>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705.3303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 </a:t>
            </a:r>
          </a:p>
          <a:p>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0.7299 </a:t>
            </a:r>
          </a:p>
          <a:p>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0.7216 </a:t>
            </a:r>
          </a:p>
          <a:p>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1.4167 </a:t>
            </a:r>
          </a:p>
          <a:p>
            <a:r>
              <a:rPr lang="es-ES" sz="1200" b="0" i="0" dirty="0">
                <a:effectLst/>
                <a:latin typeface="Menlo" panose="020B0609030804020204" pitchFamily="49" charset="0"/>
              </a:rPr>
              <a:t>------------------------ </a:t>
            </a:r>
          </a:p>
          <a:p>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['0.3608', '0.3609’] </a:t>
            </a:r>
          </a:p>
          <a:p>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['0.4999', '0.5001']</a:t>
            </a:r>
            <a:endParaRPr lang="es-ES" sz="1200" dirty="0"/>
          </a:p>
        </p:txBody>
      </p:sp>
      <p:pic>
        <p:nvPicPr>
          <p:cNvPr id="21" name="Imagen 20">
            <a:extLst>
              <a:ext uri="{FF2B5EF4-FFF2-40B4-BE49-F238E27FC236}">
                <a16:creationId xmlns:a16="http://schemas.microsoft.com/office/drawing/2014/main" id="{203F4702-D3C4-518D-CE65-71EFD08026BF}"/>
              </a:ext>
            </a:extLst>
          </p:cNvPr>
          <p:cNvPicPr>
            <a:picLocks noChangeAspect="1"/>
          </p:cNvPicPr>
          <p:nvPr/>
        </p:nvPicPr>
        <p:blipFill>
          <a:blip r:embed="rId5"/>
          <a:stretch>
            <a:fillRect/>
          </a:stretch>
        </p:blipFill>
        <p:spPr>
          <a:xfrm>
            <a:off x="4473191" y="4724407"/>
            <a:ext cx="7486513" cy="1165720"/>
          </a:xfrm>
          <a:prstGeom prst="rect">
            <a:avLst/>
          </a:prstGeom>
        </p:spPr>
      </p:pic>
    </p:spTree>
    <p:extLst>
      <p:ext uri="{BB962C8B-B14F-4D97-AF65-F5344CB8AC3E}">
        <p14:creationId xmlns:p14="http://schemas.microsoft.com/office/powerpoint/2010/main" val="2240863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3793E-9652-D8BD-80FC-A5C5A23FEC8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B0FFB5E-9B34-5248-B17B-BD7766EF1702}"/>
              </a:ext>
            </a:extLst>
          </p:cNvPr>
          <p:cNvSpPr>
            <a:spLocks noGrp="1"/>
          </p:cNvSpPr>
          <p:nvPr>
            <p:ph type="title"/>
          </p:nvPr>
        </p:nvSpPr>
        <p:spPr>
          <a:xfrm>
            <a:off x="590550" y="267436"/>
            <a:ext cx="10991850" cy="307777"/>
          </a:xfrm>
        </p:spPr>
        <p:txBody>
          <a:bodyPr/>
          <a:lstStyle/>
          <a:p>
            <a:r>
              <a:rPr lang="es-ES" dirty="0" err="1"/>
              <a:t>Comments</a:t>
            </a:r>
            <a:r>
              <a:rPr lang="es-ES" dirty="0"/>
              <a:t> </a:t>
            </a:r>
            <a:r>
              <a:rPr lang="es-ES" dirty="0" err="1"/>
              <a:t>on</a:t>
            </a:r>
            <a:r>
              <a:rPr lang="es-ES" dirty="0"/>
              <a:t> </a:t>
            </a:r>
            <a:r>
              <a:rPr lang="es-ES" dirty="0" err="1"/>
              <a:t>Learning</a:t>
            </a:r>
            <a:r>
              <a:rPr lang="es-ES" dirty="0"/>
              <a:t> </a:t>
            </a:r>
            <a:r>
              <a:rPr lang="es-ES" dirty="0" err="1"/>
              <a:t>Outcome</a:t>
            </a:r>
            <a:r>
              <a:rPr lang="es-ES" dirty="0"/>
              <a:t> 2</a:t>
            </a:r>
          </a:p>
        </p:txBody>
      </p:sp>
      <p:sp>
        <p:nvSpPr>
          <p:cNvPr id="3" name="Marcador de texto 2">
            <a:extLst>
              <a:ext uri="{FF2B5EF4-FFF2-40B4-BE49-F238E27FC236}">
                <a16:creationId xmlns:a16="http://schemas.microsoft.com/office/drawing/2014/main" id="{93C8355E-E680-2BFA-D44D-D63B99D169AB}"/>
              </a:ext>
            </a:extLst>
          </p:cNvPr>
          <p:cNvSpPr>
            <a:spLocks noGrp="1"/>
          </p:cNvSpPr>
          <p:nvPr>
            <p:ph type="body" idx="1"/>
          </p:nvPr>
        </p:nvSpPr>
        <p:spPr>
          <a:xfrm>
            <a:off x="609600" y="2152910"/>
            <a:ext cx="10972800" cy="276999"/>
          </a:xfrm>
        </p:spPr>
        <p:txBody>
          <a:bodyPr/>
          <a:lstStyle/>
          <a:p>
            <a:r>
              <a:rPr lang="es-ES" dirty="0"/>
              <a:t> </a:t>
            </a:r>
          </a:p>
        </p:txBody>
      </p:sp>
      <p:sp>
        <p:nvSpPr>
          <p:cNvPr id="4" name="Marcador de pie de página 3">
            <a:extLst>
              <a:ext uri="{FF2B5EF4-FFF2-40B4-BE49-F238E27FC236}">
                <a16:creationId xmlns:a16="http://schemas.microsoft.com/office/drawing/2014/main" id="{3512CE2A-1300-F25B-F677-7F1C3209E3ED}"/>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86BF6A9C-2CFB-4AC0-2545-20DAEDB1972C}"/>
              </a:ext>
            </a:extLst>
          </p:cNvPr>
          <p:cNvSpPr>
            <a:spLocks noGrp="1"/>
          </p:cNvSpPr>
          <p:nvPr>
            <p:ph type="sldNum" sz="quarter" idx="7"/>
          </p:nvPr>
        </p:nvSpPr>
        <p:spPr/>
        <p:txBody>
          <a:bodyPr/>
          <a:lstStyle/>
          <a:p>
            <a:fld id="{B6F15528-21DE-4FAA-801E-634DDDAF4B2B}" type="slidenum">
              <a:rPr lang="es-ES" smtClean="0"/>
              <a:t>11</a:t>
            </a:fld>
            <a:endParaRPr lang="es-ES"/>
          </a:p>
        </p:txBody>
      </p:sp>
      <mc:AlternateContent xmlns:mc="http://schemas.openxmlformats.org/markup-compatibility/2006">
        <mc:Choice xmlns:a14="http://schemas.microsoft.com/office/drawing/2010/main" Requires="a14">
          <p:sp>
            <p:nvSpPr>
              <p:cNvPr id="11" name="CuadroTexto 10">
                <a:extLst>
                  <a:ext uri="{FF2B5EF4-FFF2-40B4-BE49-F238E27FC236}">
                    <a16:creationId xmlns:a16="http://schemas.microsoft.com/office/drawing/2014/main" id="{3BF1150D-0731-D76A-E6DD-F769F9F9A46F}"/>
                  </a:ext>
                </a:extLst>
              </p:cNvPr>
              <p:cNvSpPr txBox="1"/>
              <p:nvPr/>
            </p:nvSpPr>
            <p:spPr>
              <a:xfrm>
                <a:off x="4800600" y="1028893"/>
                <a:ext cx="1905000" cy="369332"/>
              </a:xfrm>
              <a:prstGeom prst="rect">
                <a:avLst/>
              </a:prstGeom>
              <a:noFill/>
            </p:spPr>
            <p:txBody>
              <a:bodyPr wrap="square" rtlCol="0">
                <a:spAutoFit/>
              </a:bodyPr>
              <a:lstStyle/>
              <a:p>
                <a:r>
                  <a:rPr lang="es-ES" dirty="0"/>
                  <a:t>- </a:t>
                </a:r>
                <a:r>
                  <a:rPr lang="es-ES" dirty="0" err="1"/>
                  <a:t>Width</a:t>
                </a:r>
                <a:r>
                  <a:rPr lang="es-ES" dirty="0"/>
                  <a:t>: 1.6 </a:t>
                </a:r>
                <a14:m>
                  <m:oMath xmlns:m="http://schemas.openxmlformats.org/officeDocument/2006/math">
                    <m:r>
                      <a:rPr lang="es-ES" i="1" smtClean="0">
                        <a:latin typeface="Cambria Math" panose="02040503050406030204" pitchFamily="18" charset="0"/>
                        <a:ea typeface="Cambria Math" panose="02040503050406030204" pitchFamily="18" charset="0"/>
                      </a:rPr>
                      <m:t>𝜇</m:t>
                    </m:r>
                    <m:r>
                      <a:rPr lang="es-ES" b="0" i="1" smtClean="0">
                        <a:latin typeface="Cambria Math" panose="02040503050406030204" pitchFamily="18" charset="0"/>
                        <a:ea typeface="Cambria Math" panose="02040503050406030204" pitchFamily="18" charset="0"/>
                      </a:rPr>
                      <m:t>𝑚</m:t>
                    </m:r>
                  </m:oMath>
                </a14:m>
                <a:endParaRPr lang="es-ES" dirty="0"/>
              </a:p>
            </p:txBody>
          </p:sp>
        </mc:Choice>
        <mc:Fallback>
          <p:sp>
            <p:nvSpPr>
              <p:cNvPr id="11" name="CuadroTexto 10">
                <a:extLst>
                  <a:ext uri="{FF2B5EF4-FFF2-40B4-BE49-F238E27FC236}">
                    <a16:creationId xmlns:a16="http://schemas.microsoft.com/office/drawing/2014/main" id="{3BF1150D-0731-D76A-E6DD-F769F9F9A46F}"/>
                  </a:ext>
                </a:extLst>
              </p:cNvPr>
              <p:cNvSpPr txBox="1">
                <a:spLocks noRot="1" noChangeAspect="1" noMove="1" noResize="1" noEditPoints="1" noAdjustHandles="1" noChangeArrowheads="1" noChangeShapeType="1" noTextEdit="1"/>
              </p:cNvSpPr>
              <p:nvPr/>
            </p:nvSpPr>
            <p:spPr>
              <a:xfrm>
                <a:off x="4800600" y="1028893"/>
                <a:ext cx="1905000" cy="369332"/>
              </a:xfrm>
              <a:prstGeom prst="rect">
                <a:avLst/>
              </a:prstGeom>
              <a:blipFill>
                <a:blip r:embed="rId2"/>
                <a:stretch>
                  <a:fillRect l="-3333" t="-10345" b="-31034"/>
                </a:stretch>
              </a:blipFill>
            </p:spPr>
            <p:txBody>
              <a:bodyPr/>
              <a:lstStyle/>
              <a:p>
                <a:r>
                  <a:rPr lang="es-ES">
                    <a:noFill/>
                  </a:rPr>
                  <a:t> </a:t>
                </a:r>
              </a:p>
            </p:txBody>
          </p:sp>
        </mc:Fallback>
      </mc:AlternateContent>
      <p:cxnSp>
        <p:nvCxnSpPr>
          <p:cNvPr id="13" name="Conector recto 12">
            <a:extLst>
              <a:ext uri="{FF2B5EF4-FFF2-40B4-BE49-F238E27FC236}">
                <a16:creationId xmlns:a16="http://schemas.microsoft.com/office/drawing/2014/main" id="{66598BE0-37A9-F17A-4E2B-1FD739351A24}"/>
              </a:ext>
            </a:extLst>
          </p:cNvPr>
          <p:cNvCxnSpPr/>
          <p:nvPr/>
        </p:nvCxnSpPr>
        <p:spPr>
          <a:xfrm>
            <a:off x="409575" y="3276600"/>
            <a:ext cx="11353800" cy="0"/>
          </a:xfrm>
          <a:prstGeom prst="line">
            <a:avLst/>
          </a:prstGeom>
        </p:spPr>
        <p:style>
          <a:lnRef idx="1">
            <a:schemeClr val="dk1"/>
          </a:lnRef>
          <a:fillRef idx="0">
            <a:schemeClr val="dk1"/>
          </a:fillRef>
          <a:effectRef idx="0">
            <a:schemeClr val="dk1"/>
          </a:effectRef>
          <a:fontRef idx="minor">
            <a:schemeClr val="tx1"/>
          </a:fontRef>
        </p:style>
      </p:cxnSp>
      <p:sp>
        <p:nvSpPr>
          <p:cNvPr id="14" name="CuadroTexto 13">
            <a:extLst>
              <a:ext uri="{FF2B5EF4-FFF2-40B4-BE49-F238E27FC236}">
                <a16:creationId xmlns:a16="http://schemas.microsoft.com/office/drawing/2014/main" id="{F6BC1AA4-2794-7D01-7CE0-FA83AF30CE3B}"/>
              </a:ext>
            </a:extLst>
          </p:cNvPr>
          <p:cNvSpPr txBox="1"/>
          <p:nvPr/>
        </p:nvSpPr>
        <p:spPr>
          <a:xfrm>
            <a:off x="590550" y="3820826"/>
            <a:ext cx="3676650" cy="276999"/>
          </a:xfrm>
          <a:prstGeom prst="rect">
            <a:avLst/>
          </a:prstGeom>
          <a:noFill/>
        </p:spPr>
        <p:txBody>
          <a:bodyPr wrap="square">
            <a:spAutoFit/>
          </a:bodyPr>
          <a:lstStyle/>
          <a:p>
            <a:endParaRPr lang="es-ES" sz="1200" dirty="0"/>
          </a:p>
        </p:txBody>
      </p:sp>
      <p:sp>
        <p:nvSpPr>
          <p:cNvPr id="9" name="CuadroTexto 8">
            <a:extLst>
              <a:ext uri="{FF2B5EF4-FFF2-40B4-BE49-F238E27FC236}">
                <a16:creationId xmlns:a16="http://schemas.microsoft.com/office/drawing/2014/main" id="{DA44F2A8-CA4F-826E-085D-DD8F8D893316}"/>
              </a:ext>
            </a:extLst>
          </p:cNvPr>
          <p:cNvSpPr txBox="1"/>
          <p:nvPr/>
        </p:nvSpPr>
        <p:spPr>
          <a:xfrm>
            <a:off x="576106" y="851883"/>
            <a:ext cx="3919694" cy="276999"/>
          </a:xfrm>
          <a:prstGeom prst="rect">
            <a:avLst/>
          </a:prstGeom>
          <a:noFill/>
        </p:spPr>
        <p:txBody>
          <a:bodyPr wrap="square">
            <a:spAutoFit/>
          </a:bodyPr>
          <a:lstStyle/>
          <a:p>
            <a:endParaRPr lang="es-ES" sz="1200" dirty="0"/>
          </a:p>
        </p:txBody>
      </p:sp>
      <p:sp>
        <p:nvSpPr>
          <p:cNvPr id="15" name="CuadroTexto 14">
            <a:extLst>
              <a:ext uri="{FF2B5EF4-FFF2-40B4-BE49-F238E27FC236}">
                <a16:creationId xmlns:a16="http://schemas.microsoft.com/office/drawing/2014/main" id="{74892BA5-4E2F-F428-8E2A-2163EA3415D3}"/>
              </a:ext>
            </a:extLst>
          </p:cNvPr>
          <p:cNvSpPr txBox="1"/>
          <p:nvPr/>
        </p:nvSpPr>
        <p:spPr>
          <a:xfrm>
            <a:off x="609600" y="3820826"/>
            <a:ext cx="4114800" cy="462627"/>
          </a:xfrm>
          <a:prstGeom prst="rect">
            <a:avLst/>
          </a:prstGeom>
          <a:noFill/>
        </p:spPr>
        <p:txBody>
          <a:bodyPr wrap="square">
            <a:spAutoFit/>
          </a:bodyPr>
          <a:lstStyle/>
          <a:p>
            <a:pPr algn="l">
              <a:lnSpc>
                <a:spcPts val="1350"/>
              </a:lnSpc>
              <a:buNone/>
            </a:pPr>
            <a:br>
              <a:rPr lang="es-ES" b="0" i="0" dirty="0">
                <a:solidFill>
                  <a:srgbClr val="CCCCCC"/>
                </a:solidFill>
                <a:effectLst/>
                <a:latin typeface="Menlo" panose="020B0609030804020204" pitchFamily="49" charset="0"/>
              </a:rPr>
            </a:br>
            <a:endParaRPr lang="es-ES" b="0" i="0" dirty="0">
              <a:solidFill>
                <a:srgbClr val="CCCCCC"/>
              </a:solidFill>
              <a:effectLst/>
              <a:latin typeface="Menlo" panose="020B0609030804020204" pitchFamily="49" charset="0"/>
            </a:endParaRPr>
          </a:p>
        </p:txBody>
      </p:sp>
      <p:sp>
        <p:nvSpPr>
          <p:cNvPr id="7" name="CuadroTexto 6">
            <a:extLst>
              <a:ext uri="{FF2B5EF4-FFF2-40B4-BE49-F238E27FC236}">
                <a16:creationId xmlns:a16="http://schemas.microsoft.com/office/drawing/2014/main" id="{FA721257-F375-29F6-65DB-AD6A120AAAFD}"/>
              </a:ext>
            </a:extLst>
          </p:cNvPr>
          <p:cNvSpPr txBox="1"/>
          <p:nvPr/>
        </p:nvSpPr>
        <p:spPr>
          <a:xfrm>
            <a:off x="533400" y="851883"/>
            <a:ext cx="6129494" cy="2308324"/>
          </a:xfrm>
          <a:prstGeom prst="rect">
            <a:avLst/>
          </a:prstGeom>
          <a:noFill/>
        </p:spPr>
        <p:txBody>
          <a:bodyPr wrap="square">
            <a:spAutoFit/>
          </a:bodyPr>
          <a:lstStyle/>
          <a:p>
            <a:r>
              <a:rPr lang="es-ES" sz="1200" b="1" i="0" dirty="0">
                <a:effectLst/>
                <a:latin typeface="Menlo" panose="020B0609030804020204" pitchFamily="49" charset="0"/>
              </a:rPr>
              <a:t>------- </a:t>
            </a:r>
            <a:r>
              <a:rPr lang="es-ES" sz="1200" b="1" i="0" dirty="0" err="1">
                <a:effectLst/>
                <a:latin typeface="Menlo" panose="020B0609030804020204" pitchFamily="49" charset="0"/>
              </a:rPr>
              <a:t>Parameters</a:t>
            </a:r>
            <a:r>
              <a:rPr lang="es-ES" sz="1200" b="1" i="0" dirty="0">
                <a:effectLst/>
                <a:latin typeface="Menlo" panose="020B0609030804020204" pitchFamily="49" charset="0"/>
              </a:rPr>
              <a:t> ------- </a:t>
            </a: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946.2335 </a:t>
            </a:r>
            <a:endParaRPr lang="es-ES" sz="1200" dirty="0">
              <a:latin typeface="Menlo" panose="020B0609030804020204" pitchFamily="49" charset="0"/>
            </a:endParaRPr>
          </a:p>
          <a:p>
            <a:r>
              <a:rPr lang="es-ES" sz="1200" b="0" i="0" dirty="0">
                <a:effectLst/>
                <a:latin typeface="Menlo" panose="020B0609030804020204" pitchFamily="49" charset="0"/>
              </a:rPr>
              <a:t>MMI </a:t>
            </a:r>
            <a:r>
              <a:rPr lang="es-ES" sz="1200" b="0" i="0" dirty="0" err="1">
                <a:effectLst/>
                <a:latin typeface="Menlo" panose="020B0609030804020204" pitchFamily="49" charset="0"/>
              </a:rPr>
              <a:t>length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1.0000 </a:t>
            </a:r>
          </a:p>
          <a:p>
            <a:r>
              <a:rPr lang="es-ES" sz="1200" b="0" i="0" dirty="0">
                <a:effectLst/>
                <a:latin typeface="Menlo" panose="020B0609030804020204" pitchFamily="49" charset="0"/>
              </a:rPr>
              <a:t>IO </a:t>
            </a:r>
            <a:r>
              <a:rPr lang="es-ES" sz="1200" b="0" i="0" dirty="0" err="1">
                <a:effectLst/>
                <a:latin typeface="Menlo" panose="020B0609030804020204" pitchFamily="49" charset="0"/>
              </a:rPr>
              <a:t>wg</a:t>
            </a:r>
            <a:r>
              <a:rPr lang="es-ES" sz="1200" b="0" i="0" dirty="0">
                <a:effectLst/>
                <a:latin typeface="Menlo" panose="020B0609030804020204" pitchFamily="49" charset="0"/>
              </a:rPr>
              <a:t> </a:t>
            </a:r>
            <a:r>
              <a:rPr lang="es-ES" sz="1200" b="0" i="0" dirty="0" err="1">
                <a:effectLst/>
                <a:latin typeface="Menlo" panose="020B0609030804020204" pitchFamily="49" charset="0"/>
              </a:rPr>
              <a:t>width</a:t>
            </a:r>
            <a:r>
              <a:rPr lang="es-ES" sz="1200" b="0" i="0" dirty="0">
                <a:effectLst/>
                <a:latin typeface="Menlo" panose="020B0609030804020204" pitchFamily="49" charset="0"/>
              </a:rPr>
              <a:t> </a:t>
            </a:r>
            <a:r>
              <a:rPr lang="es-ES" sz="1200" b="0" i="0" dirty="0" err="1">
                <a:effectLst/>
                <a:latin typeface="Menlo" panose="020B0609030804020204" pitchFamily="49" charset="0"/>
              </a:rPr>
              <a:t>increment</a:t>
            </a:r>
            <a:r>
              <a:rPr lang="es-ES" sz="1200" b="0" i="0" dirty="0">
                <a:effectLst/>
                <a:latin typeface="Menlo" panose="020B0609030804020204" pitchFamily="49" charset="0"/>
              </a:rPr>
              <a:t> 0.0000 </a:t>
            </a:r>
          </a:p>
          <a:p>
            <a:r>
              <a:rPr lang="es-ES" sz="1200" b="0" i="0" dirty="0">
                <a:effectLst/>
                <a:latin typeface="Menlo" panose="020B0609030804020204" pitchFamily="49" charset="0"/>
              </a:rPr>
              <a:t>------------------------ </a:t>
            </a:r>
          </a:p>
          <a:p>
            <a:r>
              <a:rPr lang="es-ES" sz="1200" b="0" i="0" dirty="0">
                <a:effectLst/>
                <a:latin typeface="Menlo" panose="020B0609030804020204" pitchFamily="49" charset="0"/>
              </a:rPr>
              <a:t>Total </a:t>
            </a:r>
            <a:r>
              <a:rPr lang="es-ES" sz="1200" b="0" i="0" dirty="0" err="1">
                <a:effectLst/>
                <a:latin typeface="Menlo" panose="020B0609030804020204" pitchFamily="49" charset="0"/>
              </a:rPr>
              <a:t>power</a:t>
            </a:r>
            <a:r>
              <a:rPr lang="es-ES" sz="1200" b="0" i="0" dirty="0">
                <a:effectLst/>
                <a:latin typeface="Menlo" panose="020B0609030804020204" pitchFamily="49" charset="0"/>
              </a:rPr>
              <a:t> IN </a:t>
            </a:r>
            <a:r>
              <a:rPr lang="es-ES" sz="1200" b="0" i="0" dirty="0" err="1">
                <a:effectLst/>
                <a:latin typeface="Menlo" panose="020B0609030804020204" pitchFamily="49" charset="0"/>
              </a:rPr>
              <a:t>coupled</a:t>
            </a:r>
            <a:r>
              <a:rPr lang="es-ES" sz="1200" b="0" i="0" dirty="0">
                <a:effectLst/>
                <a:latin typeface="Menlo" panose="020B0609030804020204" pitchFamily="49" charset="0"/>
              </a:rPr>
              <a:t> 0.6724 </a:t>
            </a:r>
          </a:p>
          <a:p>
            <a:r>
              <a:rPr lang="es-ES" sz="1200" b="0" i="0" dirty="0">
                <a:effectLst/>
                <a:latin typeface="Menlo" panose="020B0609030804020204" pitchFamily="49" charset="0"/>
              </a:rPr>
              <a:t>Total OUT </a:t>
            </a:r>
            <a:r>
              <a:rPr lang="es-ES" sz="1200" b="0" i="0" dirty="0" err="1">
                <a:effectLst/>
                <a:latin typeface="Menlo" panose="020B0609030804020204" pitchFamily="49" charset="0"/>
              </a:rPr>
              <a:t>power</a:t>
            </a:r>
            <a:r>
              <a:rPr lang="es-ES" sz="1200" b="0" i="0" dirty="0">
                <a:effectLst/>
                <a:latin typeface="Menlo" panose="020B0609030804020204" pitchFamily="49" charset="0"/>
              </a:rPr>
              <a:t>: 0.6648 </a:t>
            </a:r>
          </a:p>
          <a:p>
            <a:r>
              <a:rPr lang="es-ES" sz="1200" b="0" i="0" dirty="0" err="1">
                <a:effectLst/>
                <a:latin typeface="Menlo" panose="020B0609030804020204" pitchFamily="49" charset="0"/>
              </a:rPr>
              <a:t>Excess</a:t>
            </a:r>
            <a:r>
              <a:rPr lang="es-ES" sz="1200" b="0" i="0" dirty="0">
                <a:effectLst/>
                <a:latin typeface="Menlo" panose="020B0609030804020204" pitchFamily="49" charset="0"/>
              </a:rPr>
              <a:t> </a:t>
            </a:r>
            <a:r>
              <a:rPr lang="es-ES" sz="1200" b="0" i="0" dirty="0" err="1">
                <a:effectLst/>
                <a:latin typeface="Menlo" panose="020B0609030804020204" pitchFamily="49" charset="0"/>
              </a:rPr>
              <a:t>loss</a:t>
            </a:r>
            <a:r>
              <a:rPr lang="es-ES" sz="1200" b="0" i="0" dirty="0">
                <a:effectLst/>
                <a:latin typeface="Menlo" panose="020B0609030804020204" pitchFamily="49" charset="0"/>
              </a:rPr>
              <a:t> [dB] = 1.7729 </a:t>
            </a:r>
          </a:p>
          <a:p>
            <a:r>
              <a:rPr lang="es-ES" sz="1200" b="0" i="0" dirty="0">
                <a:effectLst/>
                <a:latin typeface="Menlo" panose="020B0609030804020204" pitchFamily="49" charset="0"/>
              </a:rPr>
              <a:t>------------------------ </a:t>
            </a:r>
          </a:p>
          <a:p>
            <a:r>
              <a:rPr lang="es-ES" sz="1200" b="0" i="0" dirty="0" err="1">
                <a:effectLst/>
                <a:latin typeface="Menlo" panose="020B0609030804020204" pitchFamily="49" charset="0"/>
              </a:rPr>
              <a:t>Power</a:t>
            </a:r>
            <a:r>
              <a:rPr lang="es-ES" sz="1200" b="0" i="0" dirty="0">
                <a:effectLst/>
                <a:latin typeface="Menlo" panose="020B0609030804020204" pitchFamily="49" charset="0"/>
              </a:rPr>
              <a:t>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['0.3327', '0.3321’] </a:t>
            </a:r>
          </a:p>
          <a:p>
            <a:r>
              <a:rPr lang="es-ES" sz="1200" b="0" i="0" dirty="0">
                <a:effectLst/>
                <a:latin typeface="Menlo" panose="020B0609030804020204" pitchFamily="49" charset="0"/>
              </a:rPr>
              <a:t>Ratio </a:t>
            </a:r>
            <a:r>
              <a:rPr lang="es-ES" sz="1200" b="0" i="0" dirty="0" err="1">
                <a:effectLst/>
                <a:latin typeface="Menlo" panose="020B0609030804020204" pitchFamily="49" charset="0"/>
              </a:rPr>
              <a:t>over</a:t>
            </a:r>
            <a:r>
              <a:rPr lang="es-ES" sz="1200" b="0" i="0" dirty="0">
                <a:effectLst/>
                <a:latin typeface="Menlo" panose="020B0609030804020204" pitchFamily="49" charset="0"/>
              </a:rPr>
              <a:t> </a:t>
            </a:r>
            <a:r>
              <a:rPr lang="es-ES" sz="1200" b="0" i="0" dirty="0" err="1">
                <a:effectLst/>
                <a:latin typeface="Menlo" panose="020B0609030804020204" pitchFamily="49" charset="0"/>
              </a:rPr>
              <a:t>OUTs</a:t>
            </a:r>
            <a:r>
              <a:rPr lang="es-ES" sz="1200" b="0" i="0" dirty="0">
                <a:effectLst/>
                <a:latin typeface="Menlo" panose="020B0609030804020204" pitchFamily="49" charset="0"/>
              </a:rPr>
              <a:t> ['0.5004', '0.4996']</a:t>
            </a:r>
            <a:endParaRPr lang="es-ES" sz="1200" dirty="0"/>
          </a:p>
        </p:txBody>
      </p:sp>
      <p:pic>
        <p:nvPicPr>
          <p:cNvPr id="8" name="Imagen 7">
            <a:extLst>
              <a:ext uri="{FF2B5EF4-FFF2-40B4-BE49-F238E27FC236}">
                <a16:creationId xmlns:a16="http://schemas.microsoft.com/office/drawing/2014/main" id="{DF0C1DA1-6B33-8724-D024-4E5481F10D5F}"/>
              </a:ext>
            </a:extLst>
          </p:cNvPr>
          <p:cNvPicPr>
            <a:picLocks noChangeAspect="1"/>
          </p:cNvPicPr>
          <p:nvPr/>
        </p:nvPicPr>
        <p:blipFill>
          <a:blip r:embed="rId3"/>
          <a:stretch>
            <a:fillRect/>
          </a:stretch>
        </p:blipFill>
        <p:spPr>
          <a:xfrm>
            <a:off x="4232868" y="1647221"/>
            <a:ext cx="7726346" cy="1176329"/>
          </a:xfrm>
          <a:prstGeom prst="rect">
            <a:avLst/>
          </a:prstGeom>
        </p:spPr>
      </p:pic>
      <p:sp>
        <p:nvSpPr>
          <p:cNvPr id="16" name="Rectangle 1">
            <a:extLst>
              <a:ext uri="{FF2B5EF4-FFF2-40B4-BE49-F238E27FC236}">
                <a16:creationId xmlns:a16="http://schemas.microsoft.com/office/drawing/2014/main" id="{22B5B14D-5485-DA59-A483-DED26CD25FFF}"/>
              </a:ext>
            </a:extLst>
          </p:cNvPr>
          <p:cNvSpPr>
            <a:spLocks noChangeArrowheads="1"/>
          </p:cNvSpPr>
          <p:nvPr/>
        </p:nvSpPr>
        <p:spPr bwMode="auto">
          <a:xfrm>
            <a:off x="409575" y="3418950"/>
            <a:ext cx="115062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000000"/>
                </a:solidFill>
                <a:effectLst/>
                <a:latin typeface="Arial" panose="020B0604020202020204" pitchFamily="34" charset="0"/>
              </a:rPr>
              <a:t>En primer lugar, la </a:t>
            </a:r>
            <a:r>
              <a:rPr kumimoji="0" lang="es-ES" altLang="es-ES" sz="1200" b="1" i="0" u="none" strike="noStrike" cap="none" normalizeH="0" baseline="0" dirty="0">
                <a:ln>
                  <a:noFill/>
                </a:ln>
                <a:solidFill>
                  <a:srgbClr val="000000"/>
                </a:solidFill>
                <a:effectLst/>
                <a:latin typeface="Arial" panose="020B0604020202020204" pitchFamily="34" charset="0"/>
              </a:rPr>
              <a:t>longitud necesaria para alcanzar el 3 dB</a:t>
            </a:r>
            <a:r>
              <a:rPr kumimoji="0" lang="es-ES" altLang="es-ES" sz="1200" b="0" i="0" u="none" strike="noStrike" cap="none" normalizeH="0" baseline="0" dirty="0">
                <a:ln>
                  <a:noFill/>
                </a:ln>
                <a:solidFill>
                  <a:srgbClr val="000000"/>
                </a:solidFill>
                <a:effectLst/>
                <a:latin typeface="Arial" panose="020B0604020202020204" pitchFamily="34" charset="0"/>
              </a:rPr>
              <a:t> crece de forma aproximadamente exponencial con el gap. Pasa de 47 µm (gap = 0.6 µm) a 946 µm (gap = 1.6 µm), multiplicándose aproximadamente por 1.35 cada 0.1 µm. Esto confirma que, al aumentar la separación entre guías, disminuye el solapamiento evanescente, se reduce el coeficiente de acoplo y el batido modal se vuelve más lento, requiriendo dispositivos mucho más largos.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s-ES" altLang="es-ES" sz="1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000000"/>
                </a:solidFill>
                <a:effectLst/>
                <a:latin typeface="Arial" panose="020B0604020202020204" pitchFamily="34" charset="0"/>
              </a:rPr>
              <a:t>En segundo lugar, aparece un compromiso claro entre </a:t>
            </a:r>
            <a:r>
              <a:rPr kumimoji="0" lang="es-ES" altLang="es-ES" sz="1200" b="1" i="0" u="none" strike="noStrike" cap="none" normalizeH="0" baseline="0" dirty="0">
                <a:ln>
                  <a:noFill/>
                </a:ln>
                <a:solidFill>
                  <a:srgbClr val="000000"/>
                </a:solidFill>
                <a:effectLst/>
                <a:latin typeface="Arial" panose="020B0604020202020204" pitchFamily="34" charset="0"/>
              </a:rPr>
              <a:t>gap y pérdidas</a:t>
            </a:r>
            <a:r>
              <a:rPr kumimoji="0" lang="es-ES" altLang="es-ES" sz="1200" b="0" i="0" u="none" strike="noStrike" cap="none" normalizeH="0" baseline="0" dirty="0">
                <a:ln>
                  <a:noFill/>
                </a:ln>
                <a:solidFill>
                  <a:srgbClr val="000000"/>
                </a:solidFill>
                <a:effectLst/>
                <a:latin typeface="Arial" panose="020B0604020202020204" pitchFamily="34" charset="0"/>
              </a:rPr>
              <a:t>. La eficiencia global (Total </a:t>
            </a:r>
            <a:r>
              <a:rPr kumimoji="0" lang="es-ES" altLang="es-ES" sz="1200" b="0" i="0" u="none" strike="noStrike" cap="none" normalizeH="0" baseline="0" dirty="0" err="1">
                <a:ln>
                  <a:noFill/>
                </a:ln>
                <a:solidFill>
                  <a:srgbClr val="000000"/>
                </a:solidFill>
                <a:effectLst/>
                <a:latin typeface="Arial" panose="020B0604020202020204" pitchFamily="34" charset="0"/>
              </a:rPr>
              <a:t>Power</a:t>
            </a:r>
            <a:r>
              <a:rPr kumimoji="0" lang="es-ES" altLang="es-ES" sz="1200" b="0" i="0" u="none" strike="noStrike" cap="none" normalizeH="0" baseline="0" dirty="0">
                <a:ln>
                  <a:noFill/>
                </a:ln>
                <a:solidFill>
                  <a:srgbClr val="000000"/>
                </a:solidFill>
                <a:effectLst/>
                <a:latin typeface="Arial" panose="020B0604020202020204" pitchFamily="34" charset="0"/>
              </a:rPr>
              <a:t> OUT) es máxima alrededor de 0.8 µm (~97.8%) y la pérdida por inserción es mínima (~0.10 dB). A partir de 1.1–1.2 µm la longitud se vuelve tan grande que las pérdidas acumuladas aumentan rápidamente, alcanzando ~1.77 dB para 1.6 µm. Por tanto, gaps grandes penalizan fuertemente el rendimiento debido a las pérdidas introducidas al incrementar la longitud efectiva del dispositivo.</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s-ES" altLang="es-ES" sz="12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s-ES" altLang="es-ES" sz="1200" b="0" i="0" u="none" strike="noStrike" cap="none" normalizeH="0" baseline="0" dirty="0">
                <a:ln>
                  <a:noFill/>
                </a:ln>
                <a:solidFill>
                  <a:srgbClr val="000000"/>
                </a:solidFill>
                <a:effectLst/>
                <a:latin typeface="Arial" panose="020B0604020202020204" pitchFamily="34" charset="0"/>
              </a:rPr>
              <a:t>En tercer lugar, el </a:t>
            </a:r>
            <a:r>
              <a:rPr kumimoji="0" lang="es-ES" altLang="es-ES" sz="1200" b="1" i="0" u="none" strike="noStrike" cap="none" normalizeH="0" baseline="0" dirty="0">
                <a:ln>
                  <a:noFill/>
                </a:ln>
                <a:solidFill>
                  <a:srgbClr val="000000"/>
                </a:solidFill>
                <a:effectLst/>
                <a:latin typeface="Arial" panose="020B0604020202020204" pitchFamily="34" charset="0"/>
              </a:rPr>
              <a:t>balance entre salidas</a:t>
            </a:r>
            <a:r>
              <a:rPr kumimoji="0" lang="es-ES" altLang="es-ES" sz="1200" b="0" i="0" u="none" strike="noStrike" cap="none" normalizeH="0" baseline="0" dirty="0">
                <a:ln>
                  <a:noFill/>
                </a:ln>
                <a:solidFill>
                  <a:srgbClr val="000000"/>
                </a:solidFill>
                <a:effectLst/>
                <a:latin typeface="Arial" panose="020B0604020202020204" pitchFamily="34" charset="0"/>
              </a:rPr>
              <a:t> es excelente en todos los casos. Las razones de potencia se mantienen prácticamente en 0.5/0.5 (desviaciones del orden de 10⁻³). En conjunto, los resultados indican que el rango </a:t>
            </a:r>
            <a:r>
              <a:rPr kumimoji="0" lang="es-ES" altLang="es-ES" sz="1200" b="1" i="0" u="none" strike="noStrike" cap="none" normalizeH="0" baseline="0" dirty="0">
                <a:ln>
                  <a:noFill/>
                </a:ln>
                <a:solidFill>
                  <a:srgbClr val="000000"/>
                </a:solidFill>
                <a:effectLst/>
                <a:latin typeface="Arial" panose="020B0604020202020204" pitchFamily="34" charset="0"/>
              </a:rPr>
              <a:t>0.7–0.9 µm</a:t>
            </a:r>
            <a:r>
              <a:rPr kumimoji="0" lang="es-ES" altLang="es-ES" sz="1200" b="0" i="0" u="none" strike="noStrike" cap="none" normalizeH="0" baseline="0" dirty="0">
                <a:ln>
                  <a:noFill/>
                </a:ln>
                <a:solidFill>
                  <a:srgbClr val="000000"/>
                </a:solidFill>
                <a:effectLst/>
                <a:latin typeface="Arial" panose="020B0604020202020204" pitchFamily="34" charset="0"/>
              </a:rPr>
              <a:t>, y especialmente 0.8 µm, ofrece el mejor compromiso entre tamaño, eficiencia y bajas pérdidas. Gaps mayores conducen a dispositivos excesivamente largos y con pérdidas significativamente superiores, mientras que gaps más pequeños reducen tamaño (pudiendo comprometer los límites de fabricación) pero no mejoran sustancialmente la eficiencia respecto al óptimo en 0.8 µm.</a:t>
            </a:r>
            <a:endParaRPr kumimoji="0" lang="es-ES" altLang="es-E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638242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656EC-E197-239C-60DD-C11F7BA4B44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431EA70-9578-8BF1-5A05-77CDC26788B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#3 – Parallel uncoupled waveguides</a:t>
            </a:r>
            <a:br>
              <a:rPr lang="en-US" sz="2500" spc="-5" dirty="0">
                <a:latin typeface="+mj-lt"/>
                <a:cs typeface="Lucida Sans"/>
              </a:rPr>
            </a:br>
            <a:r>
              <a:rPr lang="en-US" b="0" dirty="0"/>
              <a:t>Wavelength 1.55 µm, width 1.0 µm, gap to be found for uncoupled </a:t>
            </a:r>
            <a:r>
              <a:rPr lang="en-US" b="0" dirty="0" err="1"/>
              <a:t>wvgs</a:t>
            </a:r>
            <a:endParaRPr lang="en-US" sz="2500" b="0" dirty="0">
              <a:latin typeface="+mj-lt"/>
              <a:cs typeface="Lucida Sans"/>
            </a:endParaRPr>
          </a:p>
        </p:txBody>
      </p:sp>
      <p:pic>
        <p:nvPicPr>
          <p:cNvPr id="83" name="Gráfico 82">
            <a:extLst>
              <a:ext uri="{FF2B5EF4-FFF2-40B4-BE49-F238E27FC236}">
                <a16:creationId xmlns:a16="http://schemas.microsoft.com/office/drawing/2014/main" id="{B6A02C28-9CC3-6E88-B695-04A48E5FDEA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B7F118F-AD79-0ED0-CE53-A8EE4409B4F8}"/>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10846C9D-3FE3-8524-3349-96E1AD1712B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CA5F0FDF-2A95-453B-4ECA-AEB637FF2694}"/>
              </a:ext>
            </a:extLst>
          </p:cNvPr>
          <p:cNvSpPr txBox="1"/>
          <p:nvPr/>
        </p:nvSpPr>
        <p:spPr>
          <a:xfrm>
            <a:off x="609441" y="4627196"/>
            <a:ext cx="11199971" cy="2123658"/>
          </a:xfrm>
          <a:prstGeom prst="rect">
            <a:avLst/>
          </a:prstGeom>
          <a:solidFill>
            <a:schemeClr val="bg1">
              <a:lumMod val="95000"/>
            </a:schemeClr>
          </a:solidFill>
          <a:ln w="28575">
            <a:solidFill>
              <a:srgbClr val="E0700D"/>
            </a:solidFill>
          </a:ln>
        </p:spPr>
        <p:txBody>
          <a:bodyPr wrap="square" rtlCol="0">
            <a:spAutoFit/>
          </a:bodyPr>
          <a:lstStyle/>
          <a:p>
            <a:pPr algn="just"/>
            <a:r>
              <a:rPr lang="en-US" sz="1200" b="1" dirty="0">
                <a:latin typeface="Arial" panose="020B0604020202020204" pitchFamily="34" charset="0"/>
                <a:cs typeface="Arial" panose="020B0604020202020204" pitchFamily="34" charset="0"/>
              </a:rPr>
              <a:t>Hints:</a:t>
            </a:r>
          </a:p>
          <a:p>
            <a:pPr algn="just"/>
            <a:r>
              <a:rPr lang="en-US" sz="1200" dirty="0">
                <a:latin typeface="Arial" panose="020B0604020202020204" pitchFamily="34" charset="0"/>
                <a:cs typeface="Arial" panose="020B0604020202020204" pitchFamily="34" charset="0"/>
              </a:rPr>
              <a:t>All waveguides running in parallel are coupled somehow. Controlling the degree of coupling is key for those waveguides you don’t want coupling over certain level (i.e. uncoupled waveguides). Uncoupled waveguide definition, we will use K&lt;0.01. Parallel waveguide length = 10 mm (typical length of a chip). Find minimum gap shallow / deep w=1.0µm </a:t>
            </a:r>
            <a:r>
              <a:rPr lang="en-US" sz="1200" dirty="0" err="1">
                <a:latin typeface="Arial" panose="020B0604020202020204" pitchFamily="34" charset="0"/>
                <a:cs typeface="Arial" panose="020B0604020202020204" pitchFamily="34" charset="0"/>
              </a:rPr>
              <a:t>wvl</a:t>
            </a:r>
            <a:r>
              <a:rPr lang="en-US" sz="1200" dirty="0">
                <a:latin typeface="Arial" panose="020B0604020202020204" pitchFamily="34" charset="0"/>
                <a:cs typeface="Arial" panose="020B0604020202020204" pitchFamily="34" charset="0"/>
              </a:rPr>
              <a:t> 1.55 µm.</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FB4B77A0-B37C-3130-FB52-4E560C66946F}"/>
              </a:ext>
            </a:extLst>
          </p:cNvPr>
          <p:cNvSpPr/>
          <p:nvPr/>
        </p:nvSpPr>
        <p:spPr>
          <a:xfrm>
            <a:off x="609441"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DA7ECAA3-0876-C0FB-D7E5-448FCC5ED226}"/>
              </a:ext>
            </a:extLst>
          </p:cNvPr>
          <p:cNvSpPr/>
          <p:nvPr/>
        </p:nvSpPr>
        <p:spPr>
          <a:xfrm>
            <a:off x="6321424" y="12192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1467207-8D05-D4C6-EBD2-209F796AE977}"/>
                  </a:ext>
                </a:extLst>
              </p:cNvPr>
              <p:cNvSpPr txBox="1"/>
              <p:nvPr/>
            </p:nvSpPr>
            <p:spPr>
              <a:xfrm>
                <a:off x="1079403" y="2480496"/>
                <a:ext cx="4546634" cy="1477328"/>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r>
                      <a:rPr lang="es-ES" b="0" i="1" smtClean="0">
                        <a:latin typeface="Cambria Math" panose="02040503050406030204" pitchFamily="18" charset="0"/>
                      </a:rPr>
                      <m:t>𝐾</m:t>
                    </m:r>
                  </m:oMath>
                </a14:m>
                <a:r>
                  <a:rPr lang="en-US" dirty="0"/>
                  <a:t> vs gap for 10 mm </a:t>
                </a:r>
                <a:r>
                  <a:rPr lang="en-US" dirty="0" err="1"/>
                  <a:t>wvgs</a:t>
                </a:r>
                <a:r>
                  <a:rPr lang="en-US" dirty="0"/>
                  <a:t> to be uncoupled</a:t>
                </a:r>
              </a:p>
              <a:p>
                <a:pPr algn="ctr"/>
                <a:endParaRPr lang="en-US" dirty="0"/>
              </a:p>
            </p:txBody>
          </p:sp>
        </mc:Choice>
        <mc:Fallback xmlns="">
          <p:sp>
            <p:nvSpPr>
              <p:cNvPr id="9" name="CuadroTexto 8">
                <a:extLst>
                  <a:ext uri="{FF2B5EF4-FFF2-40B4-BE49-F238E27FC236}">
                    <a16:creationId xmlns:a16="http://schemas.microsoft.com/office/drawing/2014/main" id="{C1467207-8D05-D4C6-EBD2-209F796AE977}"/>
                  </a:ext>
                </a:extLst>
              </p:cNvPr>
              <p:cNvSpPr txBox="1">
                <a:spLocks noRot="1" noChangeAspect="1" noMove="1" noResize="1" noEditPoints="1" noAdjustHandles="1" noChangeArrowheads="1" noChangeShapeType="1" noTextEdit="1"/>
              </p:cNvSpPr>
              <p:nvPr/>
            </p:nvSpPr>
            <p:spPr>
              <a:xfrm>
                <a:off x="1079403" y="2480496"/>
                <a:ext cx="4546634" cy="1477328"/>
              </a:xfrm>
              <a:prstGeom prst="rect">
                <a:avLst/>
              </a:prstGeom>
              <a:blipFill>
                <a:blip r:embed="rId5"/>
                <a:stretch>
                  <a:fillRect t="-2479"/>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2E39C0C-95E1-ED90-891A-5D634D9DB76B}"/>
                  </a:ext>
                </a:extLst>
              </p:cNvPr>
              <p:cNvSpPr txBox="1"/>
              <p:nvPr/>
            </p:nvSpPr>
            <p:spPr>
              <a:xfrm>
                <a:off x="6883366" y="2480496"/>
                <a:ext cx="4546634" cy="1200329"/>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r>
                      <a:rPr lang="es-ES" i="1">
                        <a:latin typeface="Cambria Math" panose="02040503050406030204" pitchFamily="18" charset="0"/>
                      </a:rPr>
                      <m:t>𝐾</m:t>
                    </m:r>
                  </m:oMath>
                </a14:m>
                <a:r>
                  <a:rPr lang="en-US" dirty="0"/>
                  <a:t> vs gap for 10 mm </a:t>
                </a:r>
                <a:r>
                  <a:rPr lang="en-US" dirty="0" err="1"/>
                  <a:t>wvgs</a:t>
                </a:r>
                <a:r>
                  <a:rPr lang="en-US" dirty="0"/>
                  <a:t> to be uncoupled</a:t>
                </a:r>
              </a:p>
            </p:txBody>
          </p:sp>
        </mc:Choice>
        <mc:Fallback xmlns="">
          <p:sp>
            <p:nvSpPr>
              <p:cNvPr id="10" name="CuadroTexto 9">
                <a:extLst>
                  <a:ext uri="{FF2B5EF4-FFF2-40B4-BE49-F238E27FC236}">
                    <a16:creationId xmlns:a16="http://schemas.microsoft.com/office/drawing/2014/main" id="{32E39C0C-95E1-ED90-891A-5D634D9DB76B}"/>
                  </a:ext>
                </a:extLst>
              </p:cNvPr>
              <p:cNvSpPr txBox="1">
                <a:spLocks noRot="1" noChangeAspect="1" noMove="1" noResize="1" noEditPoints="1" noAdjustHandles="1" noChangeArrowheads="1" noChangeShapeType="1" noTextEdit="1"/>
              </p:cNvSpPr>
              <p:nvPr/>
            </p:nvSpPr>
            <p:spPr>
              <a:xfrm>
                <a:off x="6883366" y="2480496"/>
                <a:ext cx="4546634" cy="1200329"/>
              </a:xfrm>
              <a:prstGeom prst="rect">
                <a:avLst/>
              </a:prstGeom>
              <a:blipFill>
                <a:blip r:embed="rId6"/>
                <a:stretch>
                  <a:fillRect t="-3046" b="-7107"/>
                </a:stretch>
              </a:blipFill>
            </p:spPr>
            <p:txBody>
              <a:bodyPr/>
              <a:lstStyle/>
              <a:p>
                <a:r>
                  <a:rPr lang="es-ES">
                    <a:noFill/>
                  </a:rPr>
                  <a:t> </a:t>
                </a:r>
              </a:p>
            </p:txBody>
          </p:sp>
        </mc:Fallback>
      </mc:AlternateContent>
    </p:spTree>
    <p:extLst>
      <p:ext uri="{BB962C8B-B14F-4D97-AF65-F5344CB8AC3E}">
        <p14:creationId xmlns:p14="http://schemas.microsoft.com/office/powerpoint/2010/main" val="3712356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D4982-2E99-3EE0-CEBE-CEF54821C335}"/>
            </a:ext>
          </a:extLst>
        </p:cNvPr>
        <p:cNvGrpSpPr/>
        <p:nvPr/>
      </p:nvGrpSpPr>
      <p:grpSpPr>
        <a:xfrm>
          <a:off x="0" y="0"/>
          <a:ext cx="0" cy="0"/>
          <a:chOff x="0" y="0"/>
          <a:chExt cx="0" cy="0"/>
        </a:xfrm>
      </p:grpSpPr>
      <p:sp>
        <p:nvSpPr>
          <p:cNvPr id="4" name="Marcador de pie de página 3">
            <a:extLst>
              <a:ext uri="{FF2B5EF4-FFF2-40B4-BE49-F238E27FC236}">
                <a16:creationId xmlns:a16="http://schemas.microsoft.com/office/drawing/2014/main" id="{A60D29C4-F13C-8947-EF1D-2CBDDD14AC5C}"/>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5" name="Marcador de número de diapositiva 4">
            <a:extLst>
              <a:ext uri="{FF2B5EF4-FFF2-40B4-BE49-F238E27FC236}">
                <a16:creationId xmlns:a16="http://schemas.microsoft.com/office/drawing/2014/main" id="{28A4EFD1-1AF6-F17D-1B27-5115800F99B0}"/>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6" name="Título 4">
            <a:extLst>
              <a:ext uri="{FF2B5EF4-FFF2-40B4-BE49-F238E27FC236}">
                <a16:creationId xmlns:a16="http://schemas.microsoft.com/office/drawing/2014/main" id="{8111062F-F9A0-241E-6CCB-6E8BE4D8C60A}"/>
              </a:ext>
            </a:extLst>
          </p:cNvPr>
          <p:cNvSpPr>
            <a:spLocks noGrp="1"/>
          </p:cNvSpPr>
          <p:nvPr>
            <p:ph type="body" idx="1"/>
          </p:nvPr>
        </p:nvSpPr>
        <p:spPr>
          <a:xfrm>
            <a:off x="609600" y="2152650"/>
            <a:ext cx="10972800" cy="430887"/>
          </a:xfrm>
        </p:spPr>
        <p:txBody>
          <a:bodyPr/>
          <a:lstStyle/>
          <a:p>
            <a:pPr algn="ctr"/>
            <a:r>
              <a:rPr lang="en-US" sz="2800" b="1" dirty="0">
                <a:effectLst>
                  <a:outerShdw blurRad="38100" dist="38100" dir="2700000" algn="tl">
                    <a:srgbClr val="000000">
                      <a:alpha val="43137"/>
                    </a:srgbClr>
                  </a:outerShdw>
                </a:effectLst>
              </a:rPr>
              <a:t>Multimode Interferometer (MMI) Coupler</a:t>
            </a:r>
          </a:p>
        </p:txBody>
      </p:sp>
    </p:spTree>
    <p:extLst>
      <p:ext uri="{BB962C8B-B14F-4D97-AF65-F5344CB8AC3E}">
        <p14:creationId xmlns:p14="http://schemas.microsoft.com/office/powerpoint/2010/main" val="38733189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7C0E-2677-BADF-D636-6F9B71E665F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8D44BF-A3B5-6BED-C39C-FA8260E83536}"/>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 – 4.1 2x2 Multimode Interference Coupler </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5DFCF1AD-6B06-F914-AC0B-80F0ED838EF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A656CCE-66E0-EAE0-5C63-DF1315DF6299}"/>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D3AB6581-C493-80EB-A67F-5289454DAA2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B5029729-ADF3-3B30-4FF9-83BE1DB82BD7}"/>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(Coupling relationship, </a:t>
            </a:r>
            <a:r>
              <a:rPr lang="en-US" sz="1200" dirty="0" err="1">
                <a:latin typeface="Arial" panose="020B0604020202020204" pitchFamily="34" charset="0"/>
                <a:cs typeface="Arial" panose="020B0604020202020204" pitchFamily="34" charset="0"/>
              </a:rPr>
              <a:t>Lpi</a:t>
            </a:r>
            <a:r>
              <a:rPr lang="en-US" sz="1200" dirty="0">
                <a:latin typeface="Arial" panose="020B0604020202020204" pitchFamily="34" charset="0"/>
                <a:cs typeface="Arial" panose="020B0604020202020204" pitchFamily="34" charset="0"/>
              </a:rPr>
              <a:t>,  losses, comparison with Directional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8DE5FDA-4E91-E843-E84A-1467BFAA9986}"/>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0DA14DBA-172E-DA2C-0573-6A00BF18F4A5}"/>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spTree>
    <p:extLst>
      <p:ext uri="{BB962C8B-B14F-4D97-AF65-F5344CB8AC3E}">
        <p14:creationId xmlns:p14="http://schemas.microsoft.com/office/powerpoint/2010/main" val="2815679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1DBE-A482-7036-60B2-70B7E2318F4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096193E-AB86-E3CD-BDAC-0F9156C1A3F0}"/>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#4.2 – 2x2 Multimode Interference Coupler - Optimization</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2D17DCD6-D851-E62D-D95C-A9F9954602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891046F-11DC-B7FC-54F7-9583E688DC0E}"/>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4C9BAA39-017F-D602-6705-A6CF44830139}"/>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3D7D9E5-DAC3-2BB8-7377-826863CBAD4E}"/>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9772491E-4FFB-FFC3-C855-72A4B15F3E73}"/>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643565A9-7DB6-D6EE-152F-2852C8BA7986}"/>
              </a:ext>
            </a:extLst>
          </p:cNvPr>
          <p:cNvSpPr txBox="1"/>
          <p:nvPr/>
        </p:nvSpPr>
        <p:spPr>
          <a:xfrm>
            <a:off x="640245" y="1942909"/>
            <a:ext cx="11199972" cy="2708434"/>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 and console results</a:t>
            </a:r>
          </a:p>
          <a:p>
            <a:pPr algn="ctr"/>
            <a:endParaRPr lang="en-US" dirty="0"/>
          </a:p>
          <a:p>
            <a:pPr algn="ctr"/>
            <a:endParaRPr lang="en-US" dirty="0"/>
          </a:p>
          <a:p>
            <a:pPr algn="r"/>
            <a:r>
              <a:rPr lang="en-US" sz="1600" b="1" dirty="0"/>
              <a:t>Target</a:t>
            </a:r>
            <a:r>
              <a:rPr lang="en-US" sz="1600" dirty="0"/>
              <a:t>: make equal ratio over outputs (even if not 0.5) and minimize excess loss (even if not 0.0 dB)</a:t>
            </a:r>
          </a:p>
          <a:p>
            <a:pPr algn="r"/>
            <a:r>
              <a:rPr lang="en-US" sz="1600" dirty="0"/>
              <a:t>With same settings of previous LO, now adjust try to manually optimize the MMI by changing iteratively:</a:t>
            </a:r>
          </a:p>
          <a:p>
            <a:pPr algn="r"/>
            <a:r>
              <a:rPr lang="en-US" sz="1600" dirty="0"/>
              <a:t>- Change </a:t>
            </a:r>
            <a:r>
              <a:rPr lang="en-US" sz="1600" dirty="0" err="1"/>
              <a:t>dL_MMI</a:t>
            </a:r>
            <a:endParaRPr lang="en-US" sz="1600" dirty="0"/>
          </a:p>
          <a:p>
            <a:pPr algn="r"/>
            <a:r>
              <a:rPr lang="en-US" sz="1600" dirty="0"/>
              <a:t>- Change I/O waveguide position +/- </a:t>
            </a:r>
            <a:r>
              <a:rPr lang="en-US" sz="1600" dirty="0" err="1"/>
              <a:t>dy</a:t>
            </a:r>
            <a:endParaRPr lang="en-US" sz="1600" dirty="0"/>
          </a:p>
          <a:p>
            <a:pPr algn="r"/>
            <a:r>
              <a:rPr lang="en-US" sz="1600" b="1" dirty="0"/>
              <a:t>Hints</a:t>
            </a:r>
            <a:r>
              <a:rPr lang="en-US" sz="1600" dirty="0"/>
              <a:t>: observe the 2D EME propagation results to guide you to the best settings of a) and b).</a:t>
            </a:r>
          </a:p>
        </p:txBody>
      </p:sp>
    </p:spTree>
    <p:extLst>
      <p:ext uri="{BB962C8B-B14F-4D97-AF65-F5344CB8AC3E}">
        <p14:creationId xmlns:p14="http://schemas.microsoft.com/office/powerpoint/2010/main" val="26852157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9819-E058-DC4F-FB99-88F20442D9F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1662E38-DE72-ADF3-A38E-08ED40DCC2AD}"/>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#4.3 – 2x2 Multimode Interference Coupler – Optimization (II)</a:t>
            </a:r>
            <a:br>
              <a:rPr lang="en-US" sz="2500" dirty="0"/>
            </a:br>
            <a:r>
              <a:rPr lang="en-US" b="0" dirty="0"/>
              <a:t>Wavelength 1.55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1CD4B005-DA76-DF7C-8A51-CA16DFD2CA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B06F952-20FD-3223-6AB8-83339507AFE8}"/>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8B06152F-2A2C-A19B-581F-494FDFF33752}"/>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EF5B7948-A25A-9043-7061-DD15A9023924}"/>
              </a:ext>
            </a:extLst>
          </p:cNvPr>
          <p:cNvSpPr txBox="1"/>
          <p:nvPr/>
        </p:nvSpPr>
        <p:spPr>
          <a:xfrm>
            <a:off x="609441" y="4819471"/>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C8036B97-F577-1F3C-3CE2-BD45F7D1FFC2}"/>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B0CFB20A-64F3-A296-71E8-F4FA17D35314}"/>
              </a:ext>
            </a:extLst>
          </p:cNvPr>
          <p:cNvSpPr txBox="1"/>
          <p:nvPr/>
        </p:nvSpPr>
        <p:spPr>
          <a:xfrm>
            <a:off x="640245" y="1942909"/>
            <a:ext cx="11199972" cy="2708434"/>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 and console results</a:t>
            </a:r>
          </a:p>
          <a:p>
            <a:pPr algn="ctr"/>
            <a:endParaRPr lang="en-US" dirty="0"/>
          </a:p>
          <a:p>
            <a:pPr algn="ctr"/>
            <a:endParaRPr lang="en-US" dirty="0"/>
          </a:p>
          <a:p>
            <a:pPr algn="r"/>
            <a:r>
              <a:rPr lang="en-US" sz="1600" b="1" dirty="0"/>
              <a:t>Target</a:t>
            </a:r>
            <a:r>
              <a:rPr lang="en-US" sz="1600" dirty="0"/>
              <a:t>: make ratio over outputs 0.5 + excess loss &lt; 0.1 dB</a:t>
            </a:r>
          </a:p>
          <a:p>
            <a:pPr algn="r"/>
            <a:r>
              <a:rPr lang="en-US" sz="1600" dirty="0"/>
              <a:t>With same settings of previous LO, now modify the notebook so I/O waveguides have a different width. </a:t>
            </a:r>
          </a:p>
          <a:p>
            <a:pPr algn="r"/>
            <a:r>
              <a:rPr lang="en-US" sz="1600" u="sng" dirty="0"/>
              <a:t>- The nominal I/O waveguide width you have been using is 1.0 µm, increase it.</a:t>
            </a:r>
          </a:p>
          <a:p>
            <a:pPr algn="r"/>
            <a:r>
              <a:rPr lang="en-US" sz="1600" b="1" dirty="0"/>
              <a:t>(Warning</a:t>
            </a:r>
            <a:r>
              <a:rPr lang="en-US" sz="1600" dirty="0"/>
              <a:t>! Every time you change the I/O waveguide width you have to re-run modes calculation)</a:t>
            </a:r>
          </a:p>
          <a:p>
            <a:pPr algn="r"/>
            <a:r>
              <a:rPr lang="en-US" sz="1600" b="1" dirty="0"/>
              <a:t>Hints</a:t>
            </a:r>
            <a:r>
              <a:rPr lang="en-US" sz="1600" dirty="0"/>
              <a:t>: observe the 2D EME propagation results to guide you to the best settings of a) and b).</a:t>
            </a:r>
          </a:p>
        </p:txBody>
      </p:sp>
    </p:spTree>
    <p:extLst>
      <p:ext uri="{BB962C8B-B14F-4D97-AF65-F5344CB8AC3E}">
        <p14:creationId xmlns:p14="http://schemas.microsoft.com/office/powerpoint/2010/main" val="1023731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1363-C83E-82B6-7BDE-AD2801F8B66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E256546-3103-104D-A87F-78AEBE5D595E}"/>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a:t>
            </a:r>
            <a:r>
              <a:rPr lang="en-US" sz="2500"/>
              <a:t>outcome #5 </a:t>
            </a:r>
            <a:r>
              <a:rPr lang="en-US" sz="2500" dirty="0"/>
              <a:t>– 1x4 Multimode Interference Coupler </a:t>
            </a:r>
            <a:br>
              <a:rPr lang="en-US" sz="2500" dirty="0"/>
            </a:br>
            <a:r>
              <a:rPr lang="en-US" b="0" dirty="0"/>
              <a:t>Wavelength 1.55 µm, </a:t>
            </a:r>
            <a:r>
              <a:rPr lang="en-US" b="0" dirty="0" err="1"/>
              <a:t>wMMI</a:t>
            </a:r>
            <a:r>
              <a:rPr lang="en-US" b="0" dirty="0"/>
              <a:t> = ? µm</a:t>
            </a:r>
            <a:endParaRPr lang="en-US" sz="2500" b="0" dirty="0">
              <a:latin typeface="+mj-lt"/>
              <a:cs typeface="Lucida Sans"/>
            </a:endParaRPr>
          </a:p>
        </p:txBody>
      </p:sp>
      <p:pic>
        <p:nvPicPr>
          <p:cNvPr id="83" name="Gráfico 82">
            <a:extLst>
              <a:ext uri="{FF2B5EF4-FFF2-40B4-BE49-F238E27FC236}">
                <a16:creationId xmlns:a16="http://schemas.microsoft.com/office/drawing/2014/main" id="{4BFCA3D8-29F6-7091-7099-77888A9F86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2E75535-0FBC-4C5F-9AC5-7008914FCF56}"/>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07AC2AFF-A7D9-EBCD-7C5A-6CDF61B69366}"/>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42D73A2E-0E5A-8A39-6B70-F9E94D6DBB70}"/>
              </a:ext>
            </a:extLst>
          </p:cNvPr>
          <p:cNvSpPr txBox="1"/>
          <p:nvPr/>
        </p:nvSpPr>
        <p:spPr>
          <a:xfrm>
            <a:off x="609441" y="4819471"/>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Repeat all the design </a:t>
            </a:r>
            <a:r>
              <a:rPr lang="en-US" sz="1200">
                <a:latin typeface="Arial" panose="020B0604020202020204" pitchFamily="34" charset="0"/>
                <a:cs typeface="Arial" panose="020B0604020202020204" pitchFamily="34" charset="0"/>
              </a:rPr>
              <a:t>process for a </a:t>
            </a:r>
            <a:r>
              <a:rPr lang="en-US" sz="1200" dirty="0">
                <a:latin typeface="Arial" panose="020B0604020202020204" pitchFamily="34" charset="0"/>
                <a:cs typeface="Arial" panose="020B0604020202020204" pitchFamily="34" charset="0"/>
              </a:rPr>
              <a:t>1x4 MMI Coupler.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7" name="Rectángulo 6">
            <a:extLst>
              <a:ext uri="{FF2B5EF4-FFF2-40B4-BE49-F238E27FC236}">
                <a16:creationId xmlns:a16="http://schemas.microsoft.com/office/drawing/2014/main" id="{AFB86587-21D4-5A33-7D00-DDF170C919BA}"/>
              </a:ext>
            </a:extLst>
          </p:cNvPr>
          <p:cNvSpPr/>
          <p:nvPr/>
        </p:nvSpPr>
        <p:spPr>
          <a:xfrm>
            <a:off x="609441" y="1377510"/>
            <a:ext cx="111999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uadroTexto 7">
            <a:extLst>
              <a:ext uri="{FF2B5EF4-FFF2-40B4-BE49-F238E27FC236}">
                <a16:creationId xmlns:a16="http://schemas.microsoft.com/office/drawing/2014/main" id="{C3506757-32B7-9151-DA89-AADDB7F7D093}"/>
              </a:ext>
            </a:extLst>
          </p:cNvPr>
          <p:cNvSpPr txBox="1"/>
          <p:nvPr/>
        </p:nvSpPr>
        <p:spPr>
          <a:xfrm>
            <a:off x="2286000" y="2630415"/>
            <a:ext cx="7718580"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propagation plots and console results</a:t>
            </a:r>
          </a:p>
        </p:txBody>
      </p:sp>
    </p:spTree>
    <p:extLst>
      <p:ext uri="{BB962C8B-B14F-4D97-AF65-F5344CB8AC3E}">
        <p14:creationId xmlns:p14="http://schemas.microsoft.com/office/powerpoint/2010/main" val="699864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60F79-E2ED-1B1B-6289-A1259E80858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AC39480-E3E5-69B1-401F-A50C45531EF2}"/>
              </a:ext>
            </a:extLst>
          </p:cNvPr>
          <p:cNvSpPr txBox="1">
            <a:spLocks noGrp="1"/>
          </p:cNvSpPr>
          <p:nvPr>
            <p:ph type="title"/>
          </p:nvPr>
        </p:nvSpPr>
        <p:spPr>
          <a:xfrm>
            <a:off x="685800" y="408883"/>
            <a:ext cx="10994410" cy="1474763"/>
          </a:xfrm>
          <a:prstGeom prst="rect">
            <a:avLst/>
          </a:prstGeom>
        </p:spPr>
        <p:txBody>
          <a:bodyPr vert="horz" wrap="square" lIns="0" tIns="12700" rIns="0" bIns="0" rtlCol="0">
            <a:spAutoFit/>
          </a:bodyPr>
          <a:lstStyle/>
          <a:p>
            <a:pPr marL="12700">
              <a:lnSpc>
                <a:spcPct val="100000"/>
              </a:lnSpc>
              <a:spcBef>
                <a:spcPts val="100"/>
              </a:spcBef>
            </a:pPr>
            <a:r>
              <a:rPr lang="en-US" sz="2500" dirty="0"/>
              <a:t>Extra #1 – Directional wavelength dependence</a:t>
            </a:r>
            <a:br>
              <a:rPr lang="en-US" sz="2500" dirty="0"/>
            </a:br>
            <a:r>
              <a:rPr lang="en-US" b="0" dirty="0"/>
              <a:t>Wavelengths </a:t>
            </a:r>
            <a:r>
              <a:rPr lang="en-US" dirty="0"/>
              <a:t>from 1.5 to 1.7 µm</a:t>
            </a:r>
            <a:r>
              <a:rPr lang="en-US" b="0" dirty="0"/>
              <a:t>, gap = 0.6 µm, width 1.0 µm</a:t>
            </a:r>
            <a:br>
              <a:rPr lang="en-US" b="0" dirty="0"/>
            </a:b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4BEE8680-2E49-EF52-0E73-7736679A4D7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3F99BBB-5F10-0BE4-E2DE-E78EAA82F552}"/>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52B2FA4B-8D15-84DC-29D1-94F9F8504763}"/>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181326FD-308E-2C47-D5D2-57B3357241AA}"/>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B42E1AD9-10D4-8ACB-526F-2DA1DD2B9881}"/>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15ED9C7E-0684-E2B9-7FD6-9BCF17CC000A}"/>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5F16E403-DF61-C9A0-D57F-2E61BEFA8887}"/>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B08C2240-8810-4E0A-7DCF-E62A8271EA2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8" name="CuadroTexto 7">
                <a:extLst>
                  <a:ext uri="{FF2B5EF4-FFF2-40B4-BE49-F238E27FC236}">
                    <a16:creationId xmlns:a16="http://schemas.microsoft.com/office/drawing/2014/main" id="{B08C2240-8810-4E0A-7DCF-E62A8271EA2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BBDDC809-0F06-CBE2-4D1A-3A2FA36C33A8}"/>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BBDDC809-0F06-CBE2-4D1A-3A2FA36C33A8}"/>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813558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1090042"/>
          </a:xfrm>
          <a:prstGeom prst="rect">
            <a:avLst/>
          </a:prstGeom>
        </p:spPr>
        <p:txBody>
          <a:bodyPr vert="horz" wrap="square" lIns="0" tIns="12700" rIns="0" bIns="0" rtlCol="0">
            <a:spAutoFit/>
          </a:bodyPr>
          <a:lstStyle/>
          <a:p>
            <a:pPr marL="12700">
              <a:lnSpc>
                <a:spcPct val="100000"/>
              </a:lnSpc>
              <a:spcBef>
                <a:spcPts val="100"/>
              </a:spcBef>
            </a:pPr>
            <a:r>
              <a:rPr lang="en-US" sz="2500" dirty="0"/>
              <a:t>Extra #2 – Directional coupler gap dependence</a:t>
            </a:r>
            <a:br>
              <a:rPr lang="en-US" sz="2500" dirty="0"/>
            </a:br>
            <a:r>
              <a:rPr lang="en-US" b="0" dirty="0"/>
              <a:t>Wavelength 1.55 µm, width 1.0 µm, </a:t>
            </a:r>
            <a:r>
              <a:rPr lang="en-US" dirty="0"/>
              <a:t>gap 0.2-2.4 µm </a:t>
            </a:r>
            <a:r>
              <a:rPr lang="en-US" b="0" dirty="0"/>
              <a:t>(step 0.2 µm)</a:t>
            </a:r>
            <a:br>
              <a:rPr lang="es-ES" sz="2500" spc="-5" dirty="0">
                <a:latin typeface="+mj-lt"/>
                <a:cs typeface="Lucida Sans"/>
              </a:rPr>
            </a:br>
            <a:endParaRPr sz="2500" b="0"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015663"/>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Make conclusions and observations from your results</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5" name="Rectángulo 4">
            <a:extLst>
              <a:ext uri="{FF2B5EF4-FFF2-40B4-BE49-F238E27FC236}">
                <a16:creationId xmlns:a16="http://schemas.microsoft.com/office/drawing/2014/main" id="{E7488849-10A1-FB48-F511-E57B062CD7E2}"/>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ángulo 5">
            <a:extLst>
              <a:ext uri="{FF2B5EF4-FFF2-40B4-BE49-F238E27FC236}">
                <a16:creationId xmlns:a16="http://schemas.microsoft.com/office/drawing/2014/main" id="{68726DAB-1B5F-39D1-63A0-BB708EA6E17F}"/>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D309BFB-98FD-0CBA-3C6A-346D8859893B}"/>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E9BD6C85-02F1-7B54-41E3-E3D9883786D8}"/>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8" name="CuadroTexto 7">
                <a:extLst>
                  <a:ext uri="{FF2B5EF4-FFF2-40B4-BE49-F238E27FC236}">
                    <a16:creationId xmlns:a16="http://schemas.microsoft.com/office/drawing/2014/main" id="{E9BD6C85-02F1-7B54-41E3-E3D9883786D8}"/>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7431A41C-EEB3-44D0-4622-A915E258C8F0}"/>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gap for TE and TM plot here</a:t>
                </a:r>
              </a:p>
            </p:txBody>
          </p:sp>
        </mc:Choice>
        <mc:Fallback xmlns="">
          <p:sp>
            <p:nvSpPr>
              <p:cNvPr id="9" name="CuadroTexto 8">
                <a:extLst>
                  <a:ext uri="{FF2B5EF4-FFF2-40B4-BE49-F238E27FC236}">
                    <a16:creationId xmlns:a16="http://schemas.microsoft.com/office/drawing/2014/main" id="{7431A41C-EEB3-44D0-4622-A915E258C8F0}"/>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179796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0AC3D-36B7-D786-3825-B4DD6EADD68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AA2E789-F7AE-F068-274C-E0F13A22DBCA}"/>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#3 – MMI coupler wavelength dependence</a:t>
            </a:r>
            <a:br>
              <a:rPr lang="en-US" sz="2500" spc="-5" dirty="0">
                <a:latin typeface="+mj-lt"/>
                <a:cs typeface="Lucida Sans"/>
              </a:rPr>
            </a:br>
            <a:r>
              <a:rPr lang="en-US" b="0" dirty="0"/>
              <a:t>Wavelengths from 1.5 to 1.7 µm, </a:t>
            </a:r>
            <a:r>
              <a:rPr lang="en-US" b="0" dirty="0" err="1"/>
              <a:t>wMMI</a:t>
            </a:r>
            <a:r>
              <a:rPr lang="en-US" b="0" dirty="0"/>
              <a:t> = 6.6 µm</a:t>
            </a:r>
            <a:endParaRPr lang="en-US" sz="2500" b="0" dirty="0">
              <a:latin typeface="+mj-lt"/>
              <a:cs typeface="Lucida Sans"/>
            </a:endParaRPr>
          </a:p>
        </p:txBody>
      </p:sp>
      <p:pic>
        <p:nvPicPr>
          <p:cNvPr id="83" name="Gráfico 82">
            <a:extLst>
              <a:ext uri="{FF2B5EF4-FFF2-40B4-BE49-F238E27FC236}">
                <a16:creationId xmlns:a16="http://schemas.microsoft.com/office/drawing/2014/main" id="{3AEAD01B-7604-8009-5694-A556497AEF2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96E3846-1BD2-4F23-48AA-C7AF2A1EE6EB}"/>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E32C0E2B-75B6-4768-A4C7-F165A264DA0B}"/>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2A62DD6-5488-72A1-9926-0CAEE59089A9}"/>
              </a:ext>
            </a:extLst>
          </p:cNvPr>
          <p:cNvSpPr txBox="1"/>
          <p:nvPr/>
        </p:nvSpPr>
        <p:spPr>
          <a:xfrm>
            <a:off x="609441" y="4860334"/>
            <a:ext cx="11199971" cy="120032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Comment results (Important. Compare with Directional Coupler)</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796EDE51-D41E-C23B-F402-2F7357DE8714}"/>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5A3233C9-FE6F-52D8-4D87-224222BDA8E1}"/>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0C016548-01A2-6E58-B80D-148384B98EB3}"/>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075D03BE-0D6A-89E5-3C68-D7BD97B4676E}"/>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9" name="CuadroTexto 8">
                <a:extLst>
                  <a:ext uri="{FF2B5EF4-FFF2-40B4-BE49-F238E27FC236}">
                    <a16:creationId xmlns:a16="http://schemas.microsoft.com/office/drawing/2014/main" id="{075D03BE-0D6A-89E5-3C68-D7BD97B4676E}"/>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AC01EDEE-71CC-C570-700B-076F03FCF7E1}"/>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a:t>
                </a:r>
                <a:r>
                  <a:rPr lang="en-US" dirty="0" err="1"/>
                  <a:t>wvl</a:t>
                </a:r>
                <a:r>
                  <a:rPr lang="en-US" dirty="0"/>
                  <a:t> for TE and TM plot here</a:t>
                </a:r>
              </a:p>
            </p:txBody>
          </p:sp>
        </mc:Choice>
        <mc:Fallback xmlns="">
          <p:sp>
            <p:nvSpPr>
              <p:cNvPr id="10" name="CuadroTexto 9">
                <a:extLst>
                  <a:ext uri="{FF2B5EF4-FFF2-40B4-BE49-F238E27FC236}">
                    <a16:creationId xmlns:a16="http://schemas.microsoft.com/office/drawing/2014/main" id="{AC01EDEE-71CC-C570-700B-076F03FCF7E1}"/>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955145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5C897-D580-E5C1-161C-F8E072695C0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3FFBD12-4EFF-41C1-4765-2AD268B2BD94}"/>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Extra #4 – MMI coupler body width dependence</a:t>
            </a:r>
            <a:br>
              <a:rPr lang="en-US" sz="2500" spc="-5" dirty="0">
                <a:latin typeface="+mj-lt"/>
                <a:cs typeface="Lucida Sans"/>
              </a:rPr>
            </a:br>
            <a:r>
              <a:rPr lang="en-US" b="0" dirty="0"/>
              <a:t>Wavelength 1.55 µm, </a:t>
            </a:r>
            <a:r>
              <a:rPr lang="en-US" b="0" dirty="0" err="1"/>
              <a:t>wMMI</a:t>
            </a:r>
            <a:r>
              <a:rPr lang="en-US" b="0" dirty="0"/>
              <a:t> = 5-10 µm (steps 0.5 µm)</a:t>
            </a:r>
            <a:endParaRPr lang="en-US" sz="2500" b="0" dirty="0">
              <a:latin typeface="+mj-lt"/>
              <a:cs typeface="Lucida Sans"/>
            </a:endParaRPr>
          </a:p>
        </p:txBody>
      </p:sp>
      <p:pic>
        <p:nvPicPr>
          <p:cNvPr id="83" name="Gráfico 82">
            <a:extLst>
              <a:ext uri="{FF2B5EF4-FFF2-40B4-BE49-F238E27FC236}">
                <a16:creationId xmlns:a16="http://schemas.microsoft.com/office/drawing/2014/main" id="{C14AF521-052E-A1FA-D63D-CB0826C48D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C87B233-8A68-967F-55BC-3A828B5F39BA}"/>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DB1B524E-0E15-1C98-31B0-C98BD07BFBE8}"/>
              </a:ext>
            </a:extLst>
          </p:cNvPr>
          <p:cNvSpPr>
            <a:spLocks noGrp="1"/>
          </p:cNvSpPr>
          <p:nvPr>
            <p:ph type="ftr" sz="quarter" idx="5"/>
          </p:nvPr>
        </p:nvSpPr>
        <p:spPr/>
        <p:txBody>
          <a:bodyPr/>
          <a:lstStyle/>
          <a:p>
            <a:pPr marL="12700">
              <a:spcBef>
                <a:spcPts val="15"/>
              </a:spcBef>
            </a:pPr>
            <a:r>
              <a:rPr lang="es-ES" spc="-5"/>
              <a:t>LAB 2.0. COUPLERS</a:t>
            </a:r>
            <a:endParaRPr lang="es-ES" spc="-5" dirty="0"/>
          </a:p>
        </p:txBody>
      </p:sp>
      <p:sp>
        <p:nvSpPr>
          <p:cNvPr id="2" name="CuadroTexto 1">
            <a:extLst>
              <a:ext uri="{FF2B5EF4-FFF2-40B4-BE49-F238E27FC236}">
                <a16:creationId xmlns:a16="http://schemas.microsoft.com/office/drawing/2014/main" id="{8D88CB07-C5F5-9BB7-9F41-E171F0F0E2B9}"/>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Polarization independent coupler: is there any point for which the MMI coupler can work identically for TE and TM? Answer yes / no and explain why?</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p:txBody>
      </p:sp>
      <p:sp>
        <p:nvSpPr>
          <p:cNvPr id="4" name="Rectángulo 3">
            <a:extLst>
              <a:ext uri="{FF2B5EF4-FFF2-40B4-BE49-F238E27FC236}">
                <a16:creationId xmlns:a16="http://schemas.microsoft.com/office/drawing/2014/main" id="{B58B1BB0-E248-0BA3-D1B3-93649227103E}"/>
              </a:ext>
            </a:extLst>
          </p:cNvPr>
          <p:cNvSpPr/>
          <p:nvPr/>
        </p:nvSpPr>
        <p:spPr>
          <a:xfrm>
            <a:off x="609441"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ángulo 4">
            <a:extLst>
              <a:ext uri="{FF2B5EF4-FFF2-40B4-BE49-F238E27FC236}">
                <a16:creationId xmlns:a16="http://schemas.microsoft.com/office/drawing/2014/main" id="{8E0E2533-B1CA-72C4-3859-1CBDD5887887}"/>
              </a:ext>
            </a:extLst>
          </p:cNvPr>
          <p:cNvSpPr/>
          <p:nvPr/>
        </p:nvSpPr>
        <p:spPr>
          <a:xfrm>
            <a:off x="6321424" y="1447800"/>
            <a:ext cx="5486559"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154B5534-E510-6404-1E30-B73FDF73AD42}"/>
              </a:ext>
            </a:extLst>
          </p:cNvPr>
          <p:cNvSpPr txBox="1"/>
          <p:nvPr/>
        </p:nvSpPr>
        <p:spPr>
          <a:xfrm>
            <a:off x="6331152" y="4342178"/>
            <a:ext cx="2269787" cy="369332"/>
          </a:xfrm>
          <a:prstGeom prst="rect">
            <a:avLst/>
          </a:prstGeom>
          <a:noFill/>
        </p:spPr>
        <p:txBody>
          <a:bodyPr wrap="square">
            <a:spAutoFit/>
          </a:bodyPr>
          <a:lstStyle/>
          <a:p>
            <a:r>
              <a:rPr lang="en-US" dirty="0"/>
              <a:t>slab = 150nm</a:t>
            </a:r>
            <a:endParaRPr lang="es-ES" dirty="0"/>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2BDFECD2-156D-6697-CFBF-8CD783F9B986}"/>
                  </a:ext>
                </a:extLst>
              </p:cNvPr>
              <p:cNvSpPr txBox="1"/>
              <p:nvPr/>
            </p:nvSpPr>
            <p:spPr>
              <a:xfrm>
                <a:off x="1079403" y="2709096"/>
                <a:ext cx="4546634" cy="923330"/>
              </a:xfrm>
              <a:prstGeom prst="rect">
                <a:avLst/>
              </a:prstGeom>
              <a:noFill/>
            </p:spPr>
            <p:txBody>
              <a:bodyPr wrap="square" rtlCol="0">
                <a:spAutoFit/>
              </a:bodyPr>
              <a:lstStyle/>
              <a:p>
                <a:pPr algn="ctr"/>
                <a:r>
                  <a:rPr lang="en-US" b="1" dirty="0"/>
                  <a:t>deep</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9" name="CuadroTexto 8">
                <a:extLst>
                  <a:ext uri="{FF2B5EF4-FFF2-40B4-BE49-F238E27FC236}">
                    <a16:creationId xmlns:a16="http://schemas.microsoft.com/office/drawing/2014/main" id="{2BDFECD2-156D-6697-CFBF-8CD783F9B986}"/>
                  </a:ext>
                </a:extLst>
              </p:cNvPr>
              <p:cNvSpPr txBox="1">
                <a:spLocks noRot="1" noChangeAspect="1" noMove="1" noResize="1" noEditPoints="1" noAdjustHandles="1" noChangeArrowheads="1" noChangeShapeType="1" noTextEdit="1"/>
              </p:cNvSpPr>
              <p:nvPr/>
            </p:nvSpPr>
            <p:spPr>
              <a:xfrm>
                <a:off x="1079403" y="2709096"/>
                <a:ext cx="4546634" cy="923330"/>
              </a:xfrm>
              <a:prstGeom prst="rect">
                <a:avLst/>
              </a:prstGeom>
              <a:blipFill>
                <a:blip r:embed="rId5"/>
                <a:stretch>
                  <a:fillRect t="-3289" b="-9211"/>
                </a:stretch>
              </a:blipFill>
            </p:spPr>
            <p:txBody>
              <a:bodyPr/>
              <a:lstStyle/>
              <a:p>
                <a:r>
                  <a:rPr lang="es-ES">
                    <a:noFill/>
                  </a:rPr>
                  <a:t> </a:t>
                </a:r>
              </a:p>
            </p:txBody>
          </p:sp>
        </mc:Fallback>
      </mc:AlternateContent>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3BFC64CA-DE35-A528-CF09-36A26DB3DEE4}"/>
                  </a:ext>
                </a:extLst>
              </p:cNvPr>
              <p:cNvSpPr txBox="1"/>
              <p:nvPr/>
            </p:nvSpPr>
            <p:spPr>
              <a:xfrm>
                <a:off x="6883366" y="2709096"/>
                <a:ext cx="4546634" cy="923330"/>
              </a:xfrm>
              <a:prstGeom prst="rect">
                <a:avLst/>
              </a:prstGeom>
              <a:noFill/>
            </p:spPr>
            <p:txBody>
              <a:bodyPr wrap="square" rtlCol="0">
                <a:spAutoFit/>
              </a:bodyPr>
              <a:lstStyle/>
              <a:p>
                <a:pPr algn="ctr"/>
                <a:r>
                  <a:rPr lang="en-US" b="1" dirty="0"/>
                  <a:t>shallow</a:t>
                </a:r>
                <a:r>
                  <a:rPr lang="en-US" dirty="0"/>
                  <a:t> waveguide</a:t>
                </a:r>
              </a:p>
              <a:p>
                <a:pPr algn="ctr"/>
                <a:endParaRPr lang="en-US" dirty="0"/>
              </a:p>
              <a:p>
                <a:pPr algn="ctr"/>
                <a:r>
                  <a:rPr lang="en-US" dirty="0"/>
                  <a:t>Paste </a:t>
                </a:r>
                <a14:m>
                  <m:oMath xmlns:m="http://schemas.openxmlformats.org/officeDocument/2006/math">
                    <m:sSub>
                      <m:sSubPr>
                        <m:ctrlPr>
                          <a:rPr lang="es-ES" sz="1800" b="0" i="1" smtClean="0">
                            <a:latin typeface="Cambria Math" panose="02040503050406030204" pitchFamily="18" charset="0"/>
                          </a:rPr>
                        </m:ctrlPr>
                      </m:sSubPr>
                      <m:e>
                        <m:r>
                          <a:rPr lang="es-ES" sz="1800" b="0" i="1" smtClean="0">
                            <a:latin typeface="Cambria Math" panose="02040503050406030204" pitchFamily="18" charset="0"/>
                          </a:rPr>
                          <m:t>𝐿</m:t>
                        </m:r>
                      </m:e>
                      <m:sub>
                        <m:r>
                          <a:rPr lang="es-ES" sz="1800" b="0" i="1" smtClean="0">
                            <a:latin typeface="Cambria Math" panose="02040503050406030204" pitchFamily="18" charset="0"/>
                          </a:rPr>
                          <m:t>𝜋</m:t>
                        </m:r>
                      </m:sub>
                    </m:sSub>
                  </m:oMath>
                </a14:m>
                <a:r>
                  <a:rPr lang="en-US" dirty="0"/>
                  <a:t> vs width for TE and TM plot here</a:t>
                </a:r>
              </a:p>
            </p:txBody>
          </p:sp>
        </mc:Choice>
        <mc:Fallback xmlns="">
          <p:sp>
            <p:nvSpPr>
              <p:cNvPr id="10" name="CuadroTexto 9">
                <a:extLst>
                  <a:ext uri="{FF2B5EF4-FFF2-40B4-BE49-F238E27FC236}">
                    <a16:creationId xmlns:a16="http://schemas.microsoft.com/office/drawing/2014/main" id="{3BFC64CA-DE35-A528-CF09-36A26DB3DEE4}"/>
                  </a:ext>
                </a:extLst>
              </p:cNvPr>
              <p:cNvSpPr txBox="1">
                <a:spLocks noRot="1" noChangeAspect="1" noMove="1" noResize="1" noEditPoints="1" noAdjustHandles="1" noChangeArrowheads="1" noChangeShapeType="1" noTextEdit="1"/>
              </p:cNvSpPr>
              <p:nvPr/>
            </p:nvSpPr>
            <p:spPr>
              <a:xfrm>
                <a:off x="6883366" y="2709096"/>
                <a:ext cx="4546634" cy="923330"/>
              </a:xfrm>
              <a:prstGeom prst="rect">
                <a:avLst/>
              </a:prstGeom>
              <a:blipFill>
                <a:blip r:embed="rId6"/>
                <a:stretch>
                  <a:fillRect t="-3289" b="-9211"/>
                </a:stretch>
              </a:blipFill>
            </p:spPr>
            <p:txBody>
              <a:bodyPr/>
              <a:lstStyle/>
              <a:p>
                <a:r>
                  <a:rPr lang="es-ES">
                    <a:noFill/>
                  </a:rPr>
                  <a:t> </a:t>
                </a:r>
              </a:p>
            </p:txBody>
          </p:sp>
        </mc:Fallback>
      </mc:AlternateContent>
    </p:spTree>
    <p:extLst>
      <p:ext uri="{BB962C8B-B14F-4D97-AF65-F5344CB8AC3E}">
        <p14:creationId xmlns:p14="http://schemas.microsoft.com/office/powerpoint/2010/main" val="535939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22</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895</TotalTime>
  <Words>2065</Words>
  <Application>Microsoft Macintosh PowerPoint</Application>
  <PresentationFormat>Panorámica</PresentationFormat>
  <Paragraphs>374</Paragraphs>
  <Slides>22</Slides>
  <Notes>11</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22</vt:i4>
      </vt:variant>
    </vt:vector>
  </HeadingPairs>
  <TitlesOfParts>
    <vt:vector size="31" baseType="lpstr">
      <vt:lpstr>Aptos</vt:lpstr>
      <vt:lpstr>Arial</vt:lpstr>
      <vt:lpstr>Calibri</vt:lpstr>
      <vt:lpstr>Cambria Math</vt:lpstr>
      <vt:lpstr>Lucida Sans</vt:lpstr>
      <vt:lpstr>Menlo</vt:lpstr>
      <vt:lpstr>Times New Roman</vt:lpstr>
      <vt:lpstr>Wingdings</vt:lpstr>
      <vt:lpstr>Office Theme</vt:lpstr>
      <vt:lpstr>Presentación de PowerPoint</vt:lpstr>
      <vt:lpstr>Instructions General</vt:lpstr>
      <vt:lpstr>Presentación de PowerPoint</vt:lpstr>
      <vt:lpstr>Learning outcome #1 – Directional coupler length and coupling coefficient Wavelength 1.5 µm – width 1.2 µm – gap 0.6 µm</vt:lpstr>
      <vt:lpstr>Learning outcome #2 – 2x2 Directional Coupler Width 0.6 - 1.6 µm (step 0.1 µm) – Wavelength 1.55 µm </vt:lpstr>
      <vt:lpstr>Comments on Learning Outcome 2</vt:lpstr>
      <vt:lpstr>Comments on Learning Outcome 2</vt:lpstr>
      <vt:lpstr>Comments on Learning Outcome 2</vt:lpstr>
      <vt:lpstr>Comments on Learning Outcome 2</vt:lpstr>
      <vt:lpstr>Comments on Learning Outcome 2</vt:lpstr>
      <vt:lpstr>Comments on Learning Outcome 2</vt:lpstr>
      <vt:lpstr>Learning outcome #3 – Parallel uncoupled waveguides Wavelength 1.55 µm, width 1.0 µm, gap to be found for uncoupled wvgs</vt:lpstr>
      <vt:lpstr>Presentación de PowerPoint</vt:lpstr>
      <vt:lpstr>Learning outcome #4 – 4.1 2x2 Multimode Interference Coupler  Wavelength 1.55 µm, wMMI = 6.6 µm</vt:lpstr>
      <vt:lpstr>Learning outcome #4.2 – 2x2 Multimode Interference Coupler - Optimization Wavelength 1.55 µm, wMMI = 6.6 µm</vt:lpstr>
      <vt:lpstr>Learning outcome #4.3 – 2x2 Multimode Interference Coupler – Optimization (II) Wavelength 1.55 µm, wMMI = 6.6 µm</vt:lpstr>
      <vt:lpstr>Learning outcome #5 – 1x4 Multimode Interference Coupler  Wavelength 1.55 µm, wMMI = ? µm</vt:lpstr>
      <vt:lpstr>Extra #1 – Directional wavelength dependence Wavelengths from 1.5 to 1.7 µm, gap = 0.6 µm, width 1.0 µm  </vt:lpstr>
      <vt:lpstr>Extra #2 – Directional coupler gap dependence Wavelength 1.55 µm, width 1.0 µm, gap 0.2-2.4 µm (step 0.2 µm) </vt:lpstr>
      <vt:lpstr>Extra #3 – MMI coupler wavelength dependence Wavelengths from 1.5 to 1.7 µm, wMMI = 6.6 µm</vt:lpstr>
      <vt:lpstr>Extra #4 – MMI coupler body width dependence Wavelength 1.55 µm, wMMI = 5-10 µm (steps 0.5 µm)</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Sergi Pla Torro</cp:lastModifiedBy>
  <cp:revision>13</cp:revision>
  <dcterms:created xsi:type="dcterms:W3CDTF">2025-01-27T02:46:57Z</dcterms:created>
  <dcterms:modified xsi:type="dcterms:W3CDTF">2026-03-09T19:09:37Z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